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tags/tag24.xml" ContentType="application/vnd.openxmlformats-officedocument.presentationml.tags+xml"/>
  <Override PartName="/ppt/notesSlides/notesSlide24.xml" ContentType="application/vnd.openxmlformats-officedocument.presentationml.notesSlide+xml"/>
  <Override PartName="/ppt/tags/tag25.xml" ContentType="application/vnd.openxmlformats-officedocument.presentationml.tags+xml"/>
  <Override PartName="/ppt/notesSlides/notesSlide25.xml" ContentType="application/vnd.openxmlformats-officedocument.presentationml.notesSlide+xml"/>
  <Override PartName="/ppt/tags/tag26.xml" ContentType="application/vnd.openxmlformats-officedocument.presentationml.tags+xml"/>
  <Override PartName="/ppt/notesSlides/notesSlide26.xml" ContentType="application/vnd.openxmlformats-officedocument.presentationml.notesSlide+xml"/>
  <Override PartName="/ppt/tags/tag27.xml" ContentType="application/vnd.openxmlformats-officedocument.presentationml.tags+xml"/>
  <Override PartName="/ppt/notesSlides/notesSlide27.xml" ContentType="application/vnd.openxmlformats-officedocument.presentationml.notesSlide+xml"/>
  <Override PartName="/ppt/tags/tag28.xml" ContentType="application/vnd.openxmlformats-officedocument.presentationml.tags+xml"/>
  <Override PartName="/ppt/notesSlides/notesSlide28.xml" ContentType="application/vnd.openxmlformats-officedocument.presentationml.notesSlide+xml"/>
  <Override PartName="/ppt/tags/tag29.xml" ContentType="application/vnd.openxmlformats-officedocument.presentationml.tags+xml"/>
  <Override PartName="/ppt/notesSlides/notesSlide29.xml" ContentType="application/vnd.openxmlformats-officedocument.presentationml.notesSlide+xml"/>
  <Override PartName="/ppt/tags/tag30.xml" ContentType="application/vnd.openxmlformats-officedocument.presentationml.tags+xml"/>
  <Override PartName="/ppt/notesSlides/notesSlide30.xml" ContentType="application/vnd.openxmlformats-officedocument.presentationml.notesSlide+xml"/>
  <Override PartName="/ppt/tags/tag31.xml" ContentType="application/vnd.openxmlformats-officedocument.presentationml.tags+xml"/>
  <Override PartName="/ppt/notesSlides/notesSlide31.xml" ContentType="application/vnd.openxmlformats-officedocument.presentationml.notesSlide+xml"/>
  <Override PartName="/ppt/tags/tag32.xml" ContentType="application/vnd.openxmlformats-officedocument.presentationml.tags+xml"/>
  <Override PartName="/ppt/notesSlides/notesSlide32.xml" ContentType="application/vnd.openxmlformats-officedocument.presentationml.notesSlide+xml"/>
  <Override PartName="/ppt/tags/tag33.xml" ContentType="application/vnd.openxmlformats-officedocument.presentationml.tags+xml"/>
  <Override PartName="/ppt/notesSlides/notesSlide33.xml" ContentType="application/vnd.openxmlformats-officedocument.presentationml.notesSlide+xml"/>
  <Override PartName="/ppt/tags/tag34.xml" ContentType="application/vnd.openxmlformats-officedocument.presentationml.tags+xml"/>
  <Override PartName="/ppt/notesSlides/notesSlide34.xml" ContentType="application/vnd.openxmlformats-officedocument.presentationml.notesSlide+xml"/>
  <Override PartName="/ppt/tags/tag35.xml" ContentType="application/vnd.openxmlformats-officedocument.presentationml.tags+xml"/>
  <Override PartName="/ppt/notesSlides/notesSlide35.xml" ContentType="application/vnd.openxmlformats-officedocument.presentationml.notesSlide+xml"/>
  <Override PartName="/ppt/tags/tag36.xml" ContentType="application/vnd.openxmlformats-officedocument.presentationml.tags+xml"/>
  <Override PartName="/ppt/notesSlides/notesSlide36.xml" ContentType="application/vnd.openxmlformats-officedocument.presentationml.notesSlide+xml"/>
  <Override PartName="/ppt/tags/tag37.xml" ContentType="application/vnd.openxmlformats-officedocument.presentationml.tags+xml"/>
  <Override PartName="/ppt/notesSlides/notesSlide37.xml" ContentType="application/vnd.openxmlformats-officedocument.presentationml.notesSlide+xml"/>
  <Override PartName="/ppt/tags/tag38.xml" ContentType="application/vnd.openxmlformats-officedocument.presentationml.tags+xml"/>
  <Override PartName="/ppt/notesSlides/notesSlide38.xml" ContentType="application/vnd.openxmlformats-officedocument.presentationml.notesSlide+xml"/>
  <Override PartName="/ppt/tags/tag39.xml" ContentType="application/vnd.openxmlformats-officedocument.presentationml.tags+xml"/>
  <Override PartName="/ppt/notesSlides/notesSlide39.xml" ContentType="application/vnd.openxmlformats-officedocument.presentationml.notesSlide+xml"/>
  <Override PartName="/ppt/tags/tag40.xml" ContentType="application/vnd.openxmlformats-officedocument.presentationml.tags+xml"/>
  <Override PartName="/ppt/notesSlides/notesSlide40.xml" ContentType="application/vnd.openxmlformats-officedocument.presentationml.notesSlide+xml"/>
  <Override PartName="/ppt/tags/tag41.xml" ContentType="application/vnd.openxmlformats-officedocument.presentationml.tags+xml"/>
  <Override PartName="/ppt/notesSlides/notesSlide41.xml" ContentType="application/vnd.openxmlformats-officedocument.presentationml.notesSlide+xml"/>
  <Override PartName="/ppt/tags/tag42.xml" ContentType="application/vnd.openxmlformats-officedocument.presentationml.tags+xml"/>
  <Override PartName="/ppt/notesSlides/notesSlide42.xml" ContentType="application/vnd.openxmlformats-officedocument.presentationml.notesSlide+xml"/>
  <Override PartName="/ppt/tags/tag43.xml" ContentType="application/vnd.openxmlformats-officedocument.presentationml.tags+xml"/>
  <Override PartName="/ppt/notesSlides/notesSlide43.xml" ContentType="application/vnd.openxmlformats-officedocument.presentationml.notesSlide+xml"/>
  <Override PartName="/ppt/tags/tag44.xml" ContentType="application/vnd.openxmlformats-officedocument.presentationml.tags+xml"/>
  <Override PartName="/ppt/notesSlides/notesSlide44.xml" ContentType="application/vnd.openxmlformats-officedocument.presentationml.notesSlide+xml"/>
  <Override PartName="/ppt/tags/tag45.xml" ContentType="application/vnd.openxmlformats-officedocument.presentationml.tags+xml"/>
  <Override PartName="/ppt/notesSlides/notesSlide45.xml" ContentType="application/vnd.openxmlformats-officedocument.presentationml.notesSlide+xml"/>
  <Override PartName="/ppt/tags/tag46.xml" ContentType="application/vnd.openxmlformats-officedocument.presentationml.tags+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 id="2147484054" r:id="rId2"/>
  </p:sldMasterIdLst>
  <p:notesMasterIdLst>
    <p:notesMasterId r:id="rId49"/>
  </p:notesMasterIdLst>
  <p:handoutMasterIdLst>
    <p:handoutMasterId r:id="rId50"/>
  </p:handoutMasterIdLst>
  <p:sldIdLst>
    <p:sldId id="438" r:id="rId3"/>
    <p:sldId id="441" r:id="rId4"/>
    <p:sldId id="439" r:id="rId5"/>
    <p:sldId id="440" r:id="rId6"/>
    <p:sldId id="388" r:id="rId7"/>
    <p:sldId id="389" r:id="rId8"/>
    <p:sldId id="390" r:id="rId9"/>
    <p:sldId id="391" r:id="rId10"/>
    <p:sldId id="392" r:id="rId11"/>
    <p:sldId id="393" r:id="rId12"/>
    <p:sldId id="394" r:id="rId13"/>
    <p:sldId id="395" r:id="rId14"/>
    <p:sldId id="396" r:id="rId15"/>
    <p:sldId id="397" r:id="rId16"/>
    <p:sldId id="398" r:id="rId17"/>
    <p:sldId id="399" r:id="rId18"/>
    <p:sldId id="400" r:id="rId19"/>
    <p:sldId id="401" r:id="rId20"/>
    <p:sldId id="402" r:id="rId21"/>
    <p:sldId id="403" r:id="rId22"/>
    <p:sldId id="404" r:id="rId23"/>
    <p:sldId id="405" r:id="rId24"/>
    <p:sldId id="407" r:id="rId25"/>
    <p:sldId id="408" r:id="rId26"/>
    <p:sldId id="409" r:id="rId27"/>
    <p:sldId id="410" r:id="rId28"/>
    <p:sldId id="411" r:id="rId29"/>
    <p:sldId id="412" r:id="rId30"/>
    <p:sldId id="413" r:id="rId31"/>
    <p:sldId id="414" r:id="rId32"/>
    <p:sldId id="415" r:id="rId33"/>
    <p:sldId id="416" r:id="rId34"/>
    <p:sldId id="417" r:id="rId35"/>
    <p:sldId id="418" r:id="rId36"/>
    <p:sldId id="419" r:id="rId37"/>
    <p:sldId id="420" r:id="rId38"/>
    <p:sldId id="421" r:id="rId39"/>
    <p:sldId id="428" r:id="rId40"/>
    <p:sldId id="429" r:id="rId41"/>
    <p:sldId id="430" r:id="rId42"/>
    <p:sldId id="431" r:id="rId43"/>
    <p:sldId id="432" r:id="rId44"/>
    <p:sldId id="433" r:id="rId45"/>
    <p:sldId id="434" r:id="rId46"/>
    <p:sldId id="435" r:id="rId47"/>
    <p:sldId id="436" r:id="rId48"/>
  </p:sldIdLst>
  <p:sldSz cx="9144000" cy="6858000" type="screen4x3"/>
  <p:notesSz cx="6858000" cy="9144000"/>
  <p:defaultTex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25433A"/>
    <a:srgbClr val="333333"/>
    <a:srgbClr val="777777"/>
    <a:srgbClr val="89FFFF"/>
    <a:srgbClr val="33CCCC"/>
    <a:srgbClr val="008080"/>
    <a:srgbClr val="C9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70" autoAdjust="0"/>
    <p:restoredTop sz="99644" autoAdjust="0"/>
  </p:normalViewPr>
  <p:slideViewPr>
    <p:cSldViewPr>
      <p:cViewPr varScale="1">
        <p:scale>
          <a:sx n="63" d="100"/>
          <a:sy n="63" d="100"/>
        </p:scale>
        <p:origin x="676" y="76"/>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3" d="100"/>
          <a:sy n="53" d="100"/>
        </p:scale>
        <p:origin x="-2832" y="-90"/>
      </p:cViewPr>
      <p:guideLst>
        <p:guide orient="horz" pos="2880"/>
        <p:guide pos="2160"/>
      </p:guideLst>
    </p:cSldViewPr>
  </p:notesViewPr>
  <p:gridSpacing cx="72010" cy="7201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cs typeface="Arial" charset="0"/>
              </a:defRPr>
            </a:lvl1pPr>
          </a:lstStyle>
          <a:p>
            <a:pPr>
              <a:defRPr/>
            </a:pPr>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cs typeface="Arial" charset="0"/>
              </a:defRPr>
            </a:lvl1pPr>
          </a:lstStyle>
          <a:p>
            <a:pPr>
              <a:defRPr/>
            </a:pPr>
            <a:fld id="{CED74D2A-216B-4EDB-9E98-26A640C6D4CE}" type="datetimeFigureOut">
              <a:rPr lang="fr-FR"/>
              <a:pPr>
                <a:defRPr/>
              </a:pPr>
              <a:t>10/02/2025</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cs typeface="Arial" charset="0"/>
              </a:defRPr>
            </a:lvl1pPr>
          </a:lstStyle>
          <a:p>
            <a:pPr>
              <a:defRPr/>
            </a:pPr>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cs typeface="Arial" charset="0"/>
              </a:defRPr>
            </a:lvl1pPr>
          </a:lstStyle>
          <a:p>
            <a:pPr>
              <a:defRPr/>
            </a:pPr>
            <a:fld id="{86A3FE46-83C6-4080-8347-A72D71B0E639}" type="slidenum">
              <a:rPr lang="fr-FR"/>
              <a:pPr>
                <a:defRPr/>
              </a:pPr>
              <a:t>‹N°›</a:t>
            </a:fld>
            <a:endParaRPr lang="fr-FR"/>
          </a:p>
        </p:txBody>
      </p:sp>
    </p:spTree>
    <p:extLst>
      <p:ext uri="{BB962C8B-B14F-4D97-AF65-F5344CB8AC3E}">
        <p14:creationId xmlns:p14="http://schemas.microsoft.com/office/powerpoint/2010/main" val="6605693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1200">
                <a:latin typeface="Arial" charset="0"/>
                <a:cs typeface="Arial" charset="0"/>
              </a:defRPr>
            </a:lvl1pPr>
          </a:lstStyle>
          <a:p>
            <a:pPr>
              <a:defRPr/>
            </a:pPr>
            <a:endParaRPr lang="fr-FR"/>
          </a:p>
        </p:txBody>
      </p:sp>
      <p:sp>
        <p:nvSpPr>
          <p:cNvPr id="29696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atin typeface="Arial" charset="0"/>
                <a:cs typeface="Arial" charset="0"/>
              </a:defRPr>
            </a:lvl1pPr>
          </a:lstStyle>
          <a:p>
            <a:pPr>
              <a:defRPr/>
            </a:pPr>
            <a:endParaRPr lang="fr-FR"/>
          </a:p>
        </p:txBody>
      </p:sp>
      <p:sp>
        <p:nvSpPr>
          <p:cNvPr id="788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6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r-FR" noProof="0"/>
              <a:t>Cliquez pour modifier les styles du texte du masque</a:t>
            </a:r>
          </a:p>
          <a:p>
            <a:pPr lvl="1"/>
            <a:r>
              <a:rPr lang="fr-FR" noProof="0"/>
              <a:t>Deuxième niveau</a:t>
            </a:r>
          </a:p>
          <a:p>
            <a:pPr lvl="2"/>
            <a:r>
              <a:rPr lang="fr-FR" noProof="0"/>
              <a:t>Troisième niveau</a:t>
            </a:r>
          </a:p>
          <a:p>
            <a:pPr lvl="3"/>
            <a:r>
              <a:rPr lang="fr-FR" noProof="0"/>
              <a:t>Quatrième niveau</a:t>
            </a:r>
          </a:p>
          <a:p>
            <a:pPr lvl="4"/>
            <a:r>
              <a:rPr lang="fr-FR" noProof="0"/>
              <a:t>Cinquième niveau</a:t>
            </a:r>
          </a:p>
        </p:txBody>
      </p:sp>
      <p:sp>
        <p:nvSpPr>
          <p:cNvPr id="29696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ClrTx/>
              <a:buFontTx/>
              <a:buNone/>
              <a:defRPr sz="1200">
                <a:latin typeface="Arial" charset="0"/>
                <a:cs typeface="Arial" charset="0"/>
              </a:defRPr>
            </a:lvl1pPr>
          </a:lstStyle>
          <a:p>
            <a:pPr>
              <a:defRPr/>
            </a:pPr>
            <a:endParaRPr lang="fr-FR"/>
          </a:p>
        </p:txBody>
      </p:sp>
      <p:sp>
        <p:nvSpPr>
          <p:cNvPr id="29696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atin typeface="Arial" charset="0"/>
                <a:cs typeface="Arial" charset="0"/>
              </a:defRPr>
            </a:lvl1pPr>
          </a:lstStyle>
          <a:p>
            <a:pPr>
              <a:defRPr/>
            </a:pPr>
            <a:fld id="{57C2A223-2316-45C5-8A34-58E21CB78D07}" type="slidenum">
              <a:rPr lang="fr-FR"/>
              <a:pPr>
                <a:defRPr/>
              </a:pPr>
              <a:t>‹N°›</a:t>
            </a:fld>
            <a:endParaRPr lang="fr-FR"/>
          </a:p>
        </p:txBody>
      </p:sp>
    </p:spTree>
    <p:extLst>
      <p:ext uri="{BB962C8B-B14F-4D97-AF65-F5344CB8AC3E}">
        <p14:creationId xmlns:p14="http://schemas.microsoft.com/office/powerpoint/2010/main" val="186588692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52D4F3B-C037-4F14-AFBF-EF1F53408E71}" type="slidenum">
              <a:rPr lang="fr-FR" sz="1200" smtClean="0">
                <a:latin typeface="Arial" pitchFamily="34" charset="0"/>
              </a:rPr>
              <a:pPr eaLnBrk="1" hangingPunct="1"/>
              <a:t>1</a:t>
            </a:fld>
            <a:endParaRPr lang="fr-FR" sz="1200">
              <a:latin typeface="Arial"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fr-FR">
              <a:latin typeface="Arial"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0A24E493-F381-45F4-80DE-8691E7AD9671}" type="slidenum">
              <a:rPr lang="fr-FR" sz="1200" smtClean="0">
                <a:latin typeface="Arial" pitchFamily="34" charset="0"/>
              </a:rPr>
              <a:pPr eaLnBrk="1" hangingPunct="1"/>
              <a:t>2</a:t>
            </a:fld>
            <a:endParaRPr lang="fr-FR" sz="1200">
              <a:latin typeface="Arial" pitchFamily="34" charset="0"/>
            </a:endParaRPr>
          </a:p>
        </p:txBody>
      </p:sp>
      <p:sp>
        <p:nvSpPr>
          <p:cNvPr id="8089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616A466A-78A9-4CB1-B0ED-6F33F8C1CAD1}"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090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57C1C01E-6D15-40A8-BE5D-1AAD95B9FDF7}" type="slidenum">
              <a:rPr lang="fr-FR" sz="900">
                <a:solidFill>
                  <a:srgbClr val="5F5F5F"/>
                </a:solidFill>
                <a:latin typeface="Arial" pitchFamily="34" charset="0"/>
              </a:rPr>
              <a:pPr algn="r" eaLnBrk="1" hangingPunct="1">
                <a:spcBef>
                  <a:spcPct val="0"/>
                </a:spcBef>
                <a:buClrTx/>
                <a:buFontTx/>
                <a:buNone/>
              </a:pPr>
              <a:t>2</a:t>
            </a:fld>
            <a:endParaRPr lang="en-US" sz="900">
              <a:solidFill>
                <a:srgbClr val="5F5F5F"/>
              </a:solidFill>
              <a:latin typeface="Arial" pitchFamily="34" charset="0"/>
            </a:endParaRPr>
          </a:p>
        </p:txBody>
      </p:sp>
      <p:sp>
        <p:nvSpPr>
          <p:cNvPr id="8090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090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0903" name="Rectangle 69633"/>
          <p:cNvSpPr>
            <a:spLocks noGrp="1" noRot="1" noChangeAspect="1" noChangeArrowheads="1" noTextEdit="1"/>
          </p:cNvSpPr>
          <p:nvPr>
            <p:ph type="sldImg"/>
          </p:nvPr>
        </p:nvSpPr>
        <p:spPr>
          <a:noFill/>
          <a:ln cap="flat" algn="ctr">
            <a:headEnd type="none" w="med" len="med"/>
            <a:tailEnd type="none" w="med" len="med"/>
          </a:ln>
        </p:spPr>
      </p:sp>
      <p:sp>
        <p:nvSpPr>
          <p:cNvPr id="8090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70EB73E1-7AE8-4B20-99C3-E7301CB3847D}" type="slidenum">
              <a:rPr lang="fr-FR" sz="1200" smtClean="0">
                <a:latin typeface="Arial" pitchFamily="34" charset="0"/>
              </a:rPr>
              <a:pPr eaLnBrk="1" hangingPunct="1"/>
              <a:t>3</a:t>
            </a:fld>
            <a:endParaRPr lang="fr-FR" sz="1200">
              <a:latin typeface="Arial" pitchFamily="34" charset="0"/>
            </a:endParaRPr>
          </a:p>
        </p:txBody>
      </p:sp>
      <p:sp>
        <p:nvSpPr>
          <p:cNvPr id="8192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478D650A-E8D4-498F-A2E0-206C46943F41}"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192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1CCC1AA1-E1B0-4D36-9A4E-3B69A5E94800}" type="slidenum">
              <a:rPr lang="fr-FR" sz="900">
                <a:solidFill>
                  <a:srgbClr val="5F5F5F"/>
                </a:solidFill>
                <a:latin typeface="Arial" pitchFamily="34" charset="0"/>
              </a:rPr>
              <a:pPr algn="r" eaLnBrk="1" hangingPunct="1">
                <a:spcBef>
                  <a:spcPct val="0"/>
                </a:spcBef>
                <a:buClrTx/>
                <a:buFontTx/>
                <a:buNone/>
              </a:pPr>
              <a:t>3</a:t>
            </a:fld>
            <a:endParaRPr lang="en-US" sz="900">
              <a:solidFill>
                <a:srgbClr val="5F5F5F"/>
              </a:solidFill>
              <a:latin typeface="Arial" pitchFamily="34" charset="0"/>
            </a:endParaRPr>
          </a:p>
        </p:txBody>
      </p:sp>
      <p:sp>
        <p:nvSpPr>
          <p:cNvPr id="8192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192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1927" name="Rectangle 69633"/>
          <p:cNvSpPr>
            <a:spLocks noGrp="1" noRot="1" noChangeAspect="1" noChangeArrowheads="1" noTextEdit="1"/>
          </p:cNvSpPr>
          <p:nvPr>
            <p:ph type="sldImg"/>
          </p:nvPr>
        </p:nvSpPr>
        <p:spPr>
          <a:noFill/>
          <a:ln cap="flat" algn="ctr">
            <a:headEnd type="none" w="med" len="med"/>
            <a:tailEnd type="none" w="med" len="med"/>
          </a:ln>
        </p:spPr>
      </p:sp>
      <p:sp>
        <p:nvSpPr>
          <p:cNvPr id="8192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79A88D01-4235-4FF5-B0D9-917562872A5C}" type="slidenum">
              <a:rPr lang="fr-FR" sz="1200" smtClean="0">
                <a:latin typeface="Arial" pitchFamily="34" charset="0"/>
              </a:rPr>
              <a:pPr eaLnBrk="1" hangingPunct="1"/>
              <a:t>4</a:t>
            </a:fld>
            <a:endParaRPr lang="fr-FR" sz="1200">
              <a:latin typeface="Arial" pitchFamily="34" charset="0"/>
            </a:endParaRPr>
          </a:p>
        </p:txBody>
      </p:sp>
      <p:sp>
        <p:nvSpPr>
          <p:cNvPr id="8294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445F6E7B-4757-4AA2-B52B-87489E47BD68}"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294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85AA6381-D814-489F-8CE7-01404F270334}" type="slidenum">
              <a:rPr lang="fr-FR" sz="900">
                <a:solidFill>
                  <a:srgbClr val="5F5F5F"/>
                </a:solidFill>
                <a:latin typeface="Arial" pitchFamily="34" charset="0"/>
              </a:rPr>
              <a:pPr algn="r" eaLnBrk="1" hangingPunct="1">
                <a:spcBef>
                  <a:spcPct val="0"/>
                </a:spcBef>
                <a:buClrTx/>
                <a:buFontTx/>
                <a:buNone/>
              </a:pPr>
              <a:t>4</a:t>
            </a:fld>
            <a:endParaRPr lang="en-US" sz="900">
              <a:solidFill>
                <a:srgbClr val="5F5F5F"/>
              </a:solidFill>
              <a:latin typeface="Arial" pitchFamily="34" charset="0"/>
            </a:endParaRPr>
          </a:p>
        </p:txBody>
      </p:sp>
      <p:sp>
        <p:nvSpPr>
          <p:cNvPr id="8294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295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2951" name="Rectangle 69633"/>
          <p:cNvSpPr>
            <a:spLocks noGrp="1" noRot="1" noChangeAspect="1" noChangeArrowheads="1" noTextEdit="1"/>
          </p:cNvSpPr>
          <p:nvPr>
            <p:ph type="sldImg"/>
          </p:nvPr>
        </p:nvSpPr>
        <p:spPr>
          <a:noFill/>
          <a:ln cap="flat" algn="ctr">
            <a:headEnd type="none" w="med" len="med"/>
            <a:tailEnd type="none" w="med" len="med"/>
          </a:ln>
        </p:spPr>
      </p:sp>
      <p:sp>
        <p:nvSpPr>
          <p:cNvPr id="8295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85DF3248-2A66-4A38-9576-CC5657EFE539}" type="slidenum">
              <a:rPr lang="fr-FR" sz="1200" smtClean="0">
                <a:latin typeface="Arial" pitchFamily="34" charset="0"/>
              </a:rPr>
              <a:pPr eaLnBrk="1" hangingPunct="1"/>
              <a:t>5</a:t>
            </a:fld>
            <a:endParaRPr lang="fr-FR" sz="1200">
              <a:latin typeface="Arial" pitchFamily="34" charset="0"/>
            </a:endParaRPr>
          </a:p>
        </p:txBody>
      </p:sp>
      <p:sp>
        <p:nvSpPr>
          <p:cNvPr id="8397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3A9EAD97-2FA5-44CD-8677-E21E58AD7CF1}"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397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4EA41E43-4F3B-450F-92EE-F8599592DE7E}" type="slidenum">
              <a:rPr lang="fr-FR" sz="900">
                <a:solidFill>
                  <a:srgbClr val="5F5F5F"/>
                </a:solidFill>
                <a:latin typeface="Arial" pitchFamily="34" charset="0"/>
              </a:rPr>
              <a:pPr algn="r" eaLnBrk="1" hangingPunct="1">
                <a:spcBef>
                  <a:spcPct val="0"/>
                </a:spcBef>
                <a:buClrTx/>
                <a:buFontTx/>
                <a:buNone/>
              </a:pPr>
              <a:t>5</a:t>
            </a:fld>
            <a:endParaRPr lang="en-US" sz="900">
              <a:solidFill>
                <a:srgbClr val="5F5F5F"/>
              </a:solidFill>
              <a:latin typeface="Arial" pitchFamily="34" charset="0"/>
            </a:endParaRPr>
          </a:p>
        </p:txBody>
      </p:sp>
      <p:sp>
        <p:nvSpPr>
          <p:cNvPr id="8397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397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3975" name="Rectangle 69633"/>
          <p:cNvSpPr>
            <a:spLocks noGrp="1" noRot="1" noChangeAspect="1" noChangeArrowheads="1" noTextEdit="1"/>
          </p:cNvSpPr>
          <p:nvPr>
            <p:ph type="sldImg"/>
          </p:nvPr>
        </p:nvSpPr>
        <p:spPr>
          <a:noFill/>
          <a:ln cap="flat" algn="ctr">
            <a:headEnd type="none" w="med" len="med"/>
            <a:tailEnd type="none" w="med" len="med"/>
          </a:ln>
        </p:spPr>
      </p:sp>
      <p:sp>
        <p:nvSpPr>
          <p:cNvPr id="8397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70E1DA44-3810-48BE-A8A2-6E9DBAFD6279}" type="slidenum">
              <a:rPr lang="fr-FR" sz="1200" smtClean="0">
                <a:latin typeface="Arial" pitchFamily="34" charset="0"/>
              </a:rPr>
              <a:pPr eaLnBrk="1" hangingPunct="1"/>
              <a:t>6</a:t>
            </a:fld>
            <a:endParaRPr lang="fr-FR" sz="1200">
              <a:latin typeface="Arial" pitchFamily="34" charset="0"/>
            </a:endParaRPr>
          </a:p>
        </p:txBody>
      </p:sp>
      <p:sp>
        <p:nvSpPr>
          <p:cNvPr id="8499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F90F8738-D3B3-4224-BD28-7023EBA418B8}"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499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A94E950E-FF4B-4693-81A0-225F5E4E485D}" type="slidenum">
              <a:rPr lang="fr-FR" sz="900">
                <a:solidFill>
                  <a:srgbClr val="5F5F5F"/>
                </a:solidFill>
                <a:latin typeface="Arial" pitchFamily="34" charset="0"/>
              </a:rPr>
              <a:pPr algn="r" eaLnBrk="1" hangingPunct="1">
                <a:spcBef>
                  <a:spcPct val="0"/>
                </a:spcBef>
                <a:buClrTx/>
                <a:buFontTx/>
                <a:buNone/>
              </a:pPr>
              <a:t>6</a:t>
            </a:fld>
            <a:endParaRPr lang="en-US" sz="900">
              <a:solidFill>
                <a:srgbClr val="5F5F5F"/>
              </a:solidFill>
              <a:latin typeface="Arial" pitchFamily="34" charset="0"/>
            </a:endParaRPr>
          </a:p>
        </p:txBody>
      </p:sp>
      <p:sp>
        <p:nvSpPr>
          <p:cNvPr id="8499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499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4999" name="Rectangle 69633"/>
          <p:cNvSpPr>
            <a:spLocks noGrp="1" noRot="1" noChangeAspect="1" noChangeArrowheads="1" noTextEdit="1"/>
          </p:cNvSpPr>
          <p:nvPr>
            <p:ph type="sldImg"/>
          </p:nvPr>
        </p:nvSpPr>
        <p:spPr>
          <a:noFill/>
          <a:ln cap="flat" algn="ctr">
            <a:headEnd type="none" w="med" len="med"/>
            <a:tailEnd type="none" w="med" len="med"/>
          </a:ln>
        </p:spPr>
      </p:sp>
      <p:sp>
        <p:nvSpPr>
          <p:cNvPr id="8500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27C60DE2-A80D-4F5C-B521-E4102DF498EB}" type="slidenum">
              <a:rPr lang="fr-FR" sz="1200" smtClean="0">
                <a:latin typeface="Arial" pitchFamily="34" charset="0"/>
              </a:rPr>
              <a:pPr eaLnBrk="1" hangingPunct="1"/>
              <a:t>7</a:t>
            </a:fld>
            <a:endParaRPr lang="fr-FR" sz="1200">
              <a:latin typeface="Arial" pitchFamily="34" charset="0"/>
            </a:endParaRPr>
          </a:p>
        </p:txBody>
      </p:sp>
      <p:sp>
        <p:nvSpPr>
          <p:cNvPr id="8806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F3B53B25-49E3-40CA-9FE1-5A9AB9325346}"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806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63C860DC-A232-4893-91D1-F27FC3156AEF}" type="slidenum">
              <a:rPr lang="fr-FR" sz="900">
                <a:solidFill>
                  <a:srgbClr val="5F5F5F"/>
                </a:solidFill>
                <a:latin typeface="Arial" pitchFamily="34" charset="0"/>
              </a:rPr>
              <a:pPr algn="r" eaLnBrk="1" hangingPunct="1">
                <a:spcBef>
                  <a:spcPct val="0"/>
                </a:spcBef>
                <a:buClrTx/>
                <a:buFontTx/>
                <a:buNone/>
              </a:pPr>
              <a:t>7</a:t>
            </a:fld>
            <a:endParaRPr lang="en-US" sz="900">
              <a:solidFill>
                <a:srgbClr val="5F5F5F"/>
              </a:solidFill>
              <a:latin typeface="Arial" pitchFamily="34" charset="0"/>
            </a:endParaRPr>
          </a:p>
        </p:txBody>
      </p:sp>
      <p:sp>
        <p:nvSpPr>
          <p:cNvPr id="8806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807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8071" name="Rectangle 69633"/>
          <p:cNvSpPr>
            <a:spLocks noGrp="1" noRot="1" noChangeAspect="1" noChangeArrowheads="1" noTextEdit="1"/>
          </p:cNvSpPr>
          <p:nvPr>
            <p:ph type="sldImg"/>
          </p:nvPr>
        </p:nvSpPr>
        <p:spPr>
          <a:noFill/>
          <a:ln cap="flat" algn="ctr">
            <a:headEnd type="none" w="med" len="med"/>
            <a:tailEnd type="none" w="med" len="med"/>
          </a:ln>
        </p:spPr>
      </p:sp>
      <p:sp>
        <p:nvSpPr>
          <p:cNvPr id="8807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38249A98-47D1-4250-9F4E-DD03E2E62891}" type="slidenum">
              <a:rPr lang="fr-FR" sz="1200" smtClean="0">
                <a:latin typeface="Arial" pitchFamily="34" charset="0"/>
              </a:rPr>
              <a:pPr eaLnBrk="1" hangingPunct="1"/>
              <a:t>8</a:t>
            </a:fld>
            <a:endParaRPr lang="fr-FR" sz="1200">
              <a:latin typeface="Arial" pitchFamily="34" charset="0"/>
            </a:endParaRPr>
          </a:p>
        </p:txBody>
      </p:sp>
      <p:sp>
        <p:nvSpPr>
          <p:cNvPr id="8909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C84CC8F1-343F-418A-ACE6-C9679035C919}"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8909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1B887918-7139-49E3-B002-EF8F632084A4}" type="slidenum">
              <a:rPr lang="fr-FR" sz="900">
                <a:solidFill>
                  <a:srgbClr val="5F5F5F"/>
                </a:solidFill>
                <a:latin typeface="Arial" pitchFamily="34" charset="0"/>
              </a:rPr>
              <a:pPr algn="r" eaLnBrk="1" hangingPunct="1">
                <a:spcBef>
                  <a:spcPct val="0"/>
                </a:spcBef>
                <a:buClrTx/>
                <a:buFontTx/>
                <a:buNone/>
              </a:pPr>
              <a:t>8</a:t>
            </a:fld>
            <a:endParaRPr lang="en-US" sz="900">
              <a:solidFill>
                <a:srgbClr val="5F5F5F"/>
              </a:solidFill>
              <a:latin typeface="Arial" pitchFamily="34" charset="0"/>
            </a:endParaRPr>
          </a:p>
        </p:txBody>
      </p:sp>
      <p:sp>
        <p:nvSpPr>
          <p:cNvPr id="8909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8909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89095" name="Rectangle 69633"/>
          <p:cNvSpPr>
            <a:spLocks noGrp="1" noRot="1" noChangeAspect="1" noChangeArrowheads="1" noTextEdit="1"/>
          </p:cNvSpPr>
          <p:nvPr>
            <p:ph type="sldImg"/>
          </p:nvPr>
        </p:nvSpPr>
        <p:spPr>
          <a:noFill/>
          <a:ln cap="flat" algn="ctr">
            <a:headEnd type="none" w="med" len="med"/>
            <a:tailEnd type="none" w="med" len="med"/>
          </a:ln>
        </p:spPr>
      </p:sp>
      <p:sp>
        <p:nvSpPr>
          <p:cNvPr id="8909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1026606C-FC35-42F6-B2F5-E2FFE3CC859B}" type="slidenum">
              <a:rPr lang="fr-FR" sz="1200" smtClean="0">
                <a:latin typeface="Arial" pitchFamily="34" charset="0"/>
              </a:rPr>
              <a:pPr eaLnBrk="1" hangingPunct="1"/>
              <a:t>9</a:t>
            </a:fld>
            <a:endParaRPr lang="fr-FR" sz="1200">
              <a:latin typeface="Arial" pitchFamily="34" charset="0"/>
            </a:endParaRPr>
          </a:p>
        </p:txBody>
      </p:sp>
      <p:sp>
        <p:nvSpPr>
          <p:cNvPr id="9011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3F9E80A6-8675-4725-A498-CFB4E48BFC92}"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011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18C0D2ED-EC44-401D-83B3-F3F37651BB3F}" type="slidenum">
              <a:rPr lang="fr-FR" sz="900">
                <a:solidFill>
                  <a:srgbClr val="5F5F5F"/>
                </a:solidFill>
                <a:latin typeface="Arial" pitchFamily="34" charset="0"/>
              </a:rPr>
              <a:pPr algn="r" eaLnBrk="1" hangingPunct="1">
                <a:spcBef>
                  <a:spcPct val="0"/>
                </a:spcBef>
                <a:buClrTx/>
                <a:buFontTx/>
                <a:buNone/>
              </a:pPr>
              <a:t>9</a:t>
            </a:fld>
            <a:endParaRPr lang="en-US" sz="900">
              <a:solidFill>
                <a:srgbClr val="5F5F5F"/>
              </a:solidFill>
              <a:latin typeface="Arial" pitchFamily="34" charset="0"/>
            </a:endParaRPr>
          </a:p>
        </p:txBody>
      </p:sp>
      <p:sp>
        <p:nvSpPr>
          <p:cNvPr id="9011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011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0119" name="Rectangle 69633"/>
          <p:cNvSpPr>
            <a:spLocks noGrp="1" noRot="1" noChangeAspect="1" noChangeArrowheads="1" noTextEdit="1"/>
          </p:cNvSpPr>
          <p:nvPr>
            <p:ph type="sldImg"/>
          </p:nvPr>
        </p:nvSpPr>
        <p:spPr>
          <a:noFill/>
          <a:ln cap="flat" algn="ctr">
            <a:headEnd type="none" w="med" len="med"/>
            <a:tailEnd type="none" w="med" len="med"/>
          </a:ln>
        </p:spPr>
      </p:sp>
      <p:sp>
        <p:nvSpPr>
          <p:cNvPr id="9012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902D3F04-1243-44A3-A7C9-56FAF78E058D}" type="slidenum">
              <a:rPr lang="fr-FR" sz="1200" smtClean="0">
                <a:latin typeface="Arial" pitchFamily="34" charset="0"/>
              </a:rPr>
              <a:pPr eaLnBrk="1" hangingPunct="1"/>
              <a:t>10</a:t>
            </a:fld>
            <a:endParaRPr lang="fr-FR" sz="1200">
              <a:latin typeface="Arial" pitchFamily="34" charset="0"/>
            </a:endParaRPr>
          </a:p>
        </p:txBody>
      </p:sp>
      <p:sp>
        <p:nvSpPr>
          <p:cNvPr id="9318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068FD9EA-781C-4780-BB5F-11D5772128DA}"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318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949E28B7-4317-4AB9-8E1E-30CE691CAED1}" type="slidenum">
              <a:rPr lang="fr-FR" sz="900">
                <a:solidFill>
                  <a:srgbClr val="5F5F5F"/>
                </a:solidFill>
                <a:latin typeface="Arial" pitchFamily="34" charset="0"/>
              </a:rPr>
              <a:pPr algn="r" eaLnBrk="1" hangingPunct="1">
                <a:spcBef>
                  <a:spcPct val="0"/>
                </a:spcBef>
                <a:buClrTx/>
                <a:buFontTx/>
                <a:buNone/>
              </a:pPr>
              <a:t>10</a:t>
            </a:fld>
            <a:endParaRPr lang="en-US" sz="900">
              <a:solidFill>
                <a:srgbClr val="5F5F5F"/>
              </a:solidFill>
              <a:latin typeface="Arial" pitchFamily="34" charset="0"/>
            </a:endParaRPr>
          </a:p>
        </p:txBody>
      </p:sp>
      <p:sp>
        <p:nvSpPr>
          <p:cNvPr id="9318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319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3191" name="Rectangle 69633"/>
          <p:cNvSpPr>
            <a:spLocks noGrp="1" noRot="1" noChangeAspect="1" noChangeArrowheads="1" noTextEdit="1"/>
          </p:cNvSpPr>
          <p:nvPr>
            <p:ph type="sldImg"/>
          </p:nvPr>
        </p:nvSpPr>
        <p:spPr>
          <a:noFill/>
          <a:ln cap="flat" algn="ctr">
            <a:headEnd type="none" w="med" len="med"/>
            <a:tailEnd type="none" w="med" len="med"/>
          </a:ln>
        </p:spPr>
      </p:sp>
      <p:sp>
        <p:nvSpPr>
          <p:cNvPr id="9319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F5F38932-0A0A-4F56-99DC-8D7F81B1A293}" type="slidenum">
              <a:rPr lang="fr-FR" sz="1200" smtClean="0">
                <a:latin typeface="Arial" pitchFamily="34" charset="0"/>
              </a:rPr>
              <a:pPr eaLnBrk="1" hangingPunct="1"/>
              <a:t>11</a:t>
            </a:fld>
            <a:endParaRPr lang="fr-FR" sz="1200">
              <a:latin typeface="Arial" pitchFamily="34" charset="0"/>
            </a:endParaRPr>
          </a:p>
        </p:txBody>
      </p:sp>
      <p:sp>
        <p:nvSpPr>
          <p:cNvPr id="9421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2F7E16FF-5ABD-45B7-A794-F649DF93A631}"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421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5D0364E3-D15F-41D3-8DF3-832059076947}" type="slidenum">
              <a:rPr lang="fr-FR" sz="900">
                <a:solidFill>
                  <a:srgbClr val="5F5F5F"/>
                </a:solidFill>
                <a:latin typeface="Arial" pitchFamily="34" charset="0"/>
              </a:rPr>
              <a:pPr algn="r" eaLnBrk="1" hangingPunct="1">
                <a:spcBef>
                  <a:spcPct val="0"/>
                </a:spcBef>
                <a:buClrTx/>
                <a:buFontTx/>
                <a:buNone/>
              </a:pPr>
              <a:t>11</a:t>
            </a:fld>
            <a:endParaRPr lang="en-US" sz="900">
              <a:solidFill>
                <a:srgbClr val="5F5F5F"/>
              </a:solidFill>
              <a:latin typeface="Arial" pitchFamily="34" charset="0"/>
            </a:endParaRPr>
          </a:p>
        </p:txBody>
      </p:sp>
      <p:sp>
        <p:nvSpPr>
          <p:cNvPr id="9421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421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4215" name="Rectangle 69633"/>
          <p:cNvSpPr>
            <a:spLocks noGrp="1" noRot="1" noChangeAspect="1" noChangeArrowheads="1" noTextEdit="1"/>
          </p:cNvSpPr>
          <p:nvPr>
            <p:ph type="sldImg"/>
          </p:nvPr>
        </p:nvSpPr>
        <p:spPr>
          <a:noFill/>
          <a:ln cap="flat" algn="ctr">
            <a:headEnd type="none" w="med" len="med"/>
            <a:tailEnd type="none" w="med" len="med"/>
          </a:ln>
        </p:spPr>
      </p:sp>
      <p:sp>
        <p:nvSpPr>
          <p:cNvPr id="9421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C088AF73-A01E-4187-986F-A71DED326D60}" type="slidenum">
              <a:rPr lang="fr-FR" sz="1200" smtClean="0">
                <a:latin typeface="Arial" pitchFamily="34" charset="0"/>
              </a:rPr>
              <a:pPr eaLnBrk="1" hangingPunct="1"/>
              <a:t>12</a:t>
            </a:fld>
            <a:endParaRPr lang="fr-FR" sz="1200">
              <a:latin typeface="Arial" pitchFamily="34" charset="0"/>
            </a:endParaRPr>
          </a:p>
        </p:txBody>
      </p:sp>
      <p:sp>
        <p:nvSpPr>
          <p:cNvPr id="9523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0038064-B84E-42CE-875B-0194EE259690}"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523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D1D63CB0-2BC9-4940-9465-7B377DCAC223}" type="slidenum">
              <a:rPr lang="fr-FR" sz="900">
                <a:solidFill>
                  <a:srgbClr val="5F5F5F"/>
                </a:solidFill>
                <a:latin typeface="Arial" pitchFamily="34" charset="0"/>
              </a:rPr>
              <a:pPr algn="r" eaLnBrk="1" hangingPunct="1">
                <a:spcBef>
                  <a:spcPct val="0"/>
                </a:spcBef>
                <a:buClrTx/>
                <a:buFontTx/>
                <a:buNone/>
              </a:pPr>
              <a:t>12</a:t>
            </a:fld>
            <a:endParaRPr lang="en-US" sz="900">
              <a:solidFill>
                <a:srgbClr val="5F5F5F"/>
              </a:solidFill>
              <a:latin typeface="Arial" pitchFamily="34" charset="0"/>
            </a:endParaRPr>
          </a:p>
        </p:txBody>
      </p:sp>
      <p:sp>
        <p:nvSpPr>
          <p:cNvPr id="9523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523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5239" name="Rectangle 69633"/>
          <p:cNvSpPr>
            <a:spLocks noGrp="1" noRot="1" noChangeAspect="1" noChangeArrowheads="1" noTextEdit="1"/>
          </p:cNvSpPr>
          <p:nvPr>
            <p:ph type="sldImg"/>
          </p:nvPr>
        </p:nvSpPr>
        <p:spPr>
          <a:noFill/>
          <a:ln cap="flat" algn="ctr">
            <a:headEnd type="none" w="med" len="med"/>
            <a:tailEnd type="none" w="med" len="med"/>
          </a:ln>
        </p:spPr>
      </p:sp>
      <p:sp>
        <p:nvSpPr>
          <p:cNvPr id="9524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0470CE12-6D3B-425F-8B3D-594F69FF6434}" type="slidenum">
              <a:rPr lang="fr-FR" sz="1200" smtClean="0">
                <a:latin typeface="Arial" pitchFamily="34" charset="0"/>
              </a:rPr>
              <a:pPr eaLnBrk="1" hangingPunct="1"/>
              <a:t>13</a:t>
            </a:fld>
            <a:endParaRPr lang="fr-FR" sz="1200">
              <a:latin typeface="Arial" pitchFamily="34" charset="0"/>
            </a:endParaRPr>
          </a:p>
        </p:txBody>
      </p:sp>
      <p:sp>
        <p:nvSpPr>
          <p:cNvPr id="9625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3734AD3A-CE8A-47E4-909C-A7C2976D14BB}"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626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D4889B02-4733-4B17-86AE-F5A9355131E1}" type="slidenum">
              <a:rPr lang="fr-FR" sz="900">
                <a:solidFill>
                  <a:srgbClr val="5F5F5F"/>
                </a:solidFill>
                <a:latin typeface="Arial" pitchFamily="34" charset="0"/>
              </a:rPr>
              <a:pPr algn="r" eaLnBrk="1" hangingPunct="1">
                <a:spcBef>
                  <a:spcPct val="0"/>
                </a:spcBef>
                <a:buClrTx/>
                <a:buFontTx/>
                <a:buNone/>
              </a:pPr>
              <a:t>13</a:t>
            </a:fld>
            <a:endParaRPr lang="en-US" sz="900">
              <a:solidFill>
                <a:srgbClr val="5F5F5F"/>
              </a:solidFill>
              <a:latin typeface="Arial" pitchFamily="34" charset="0"/>
            </a:endParaRPr>
          </a:p>
        </p:txBody>
      </p:sp>
      <p:sp>
        <p:nvSpPr>
          <p:cNvPr id="9626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626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6263" name="Rectangle 69633"/>
          <p:cNvSpPr>
            <a:spLocks noGrp="1" noRot="1" noChangeAspect="1" noChangeArrowheads="1" noTextEdit="1"/>
          </p:cNvSpPr>
          <p:nvPr>
            <p:ph type="sldImg"/>
          </p:nvPr>
        </p:nvSpPr>
        <p:spPr>
          <a:noFill/>
          <a:ln cap="flat" algn="ctr">
            <a:headEnd type="none" w="med" len="med"/>
            <a:tailEnd type="none" w="med" len="med"/>
          </a:ln>
        </p:spPr>
      </p:sp>
      <p:sp>
        <p:nvSpPr>
          <p:cNvPr id="9626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F1C2D272-88BB-4AE2-880C-D2D0B0FBCEF7}" type="slidenum">
              <a:rPr lang="fr-FR" sz="1200" smtClean="0">
                <a:latin typeface="Arial" pitchFamily="34" charset="0"/>
              </a:rPr>
              <a:pPr eaLnBrk="1" hangingPunct="1"/>
              <a:t>14</a:t>
            </a:fld>
            <a:endParaRPr lang="fr-FR" sz="1200">
              <a:latin typeface="Arial" pitchFamily="34" charset="0"/>
            </a:endParaRPr>
          </a:p>
        </p:txBody>
      </p:sp>
      <p:sp>
        <p:nvSpPr>
          <p:cNvPr id="9728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1346A425-334B-43E2-8DF0-61DC6E01E8A4}"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728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19C0F7D0-7769-459C-96EE-6A2848E6594D}" type="slidenum">
              <a:rPr lang="fr-FR" sz="900">
                <a:solidFill>
                  <a:srgbClr val="5F5F5F"/>
                </a:solidFill>
                <a:latin typeface="Arial" pitchFamily="34" charset="0"/>
              </a:rPr>
              <a:pPr algn="r" eaLnBrk="1" hangingPunct="1">
                <a:spcBef>
                  <a:spcPct val="0"/>
                </a:spcBef>
                <a:buClrTx/>
                <a:buFontTx/>
                <a:buNone/>
              </a:pPr>
              <a:t>14</a:t>
            </a:fld>
            <a:endParaRPr lang="en-US" sz="900">
              <a:solidFill>
                <a:srgbClr val="5F5F5F"/>
              </a:solidFill>
              <a:latin typeface="Arial" pitchFamily="34" charset="0"/>
            </a:endParaRPr>
          </a:p>
        </p:txBody>
      </p:sp>
      <p:sp>
        <p:nvSpPr>
          <p:cNvPr id="9728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728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7287" name="Rectangle 69633"/>
          <p:cNvSpPr>
            <a:spLocks noGrp="1" noRot="1" noChangeAspect="1" noChangeArrowheads="1" noTextEdit="1"/>
          </p:cNvSpPr>
          <p:nvPr>
            <p:ph type="sldImg"/>
          </p:nvPr>
        </p:nvSpPr>
        <p:spPr>
          <a:noFill/>
          <a:ln cap="flat" algn="ctr">
            <a:headEnd type="none" w="med" len="med"/>
            <a:tailEnd type="none" w="med" len="med"/>
          </a:ln>
        </p:spPr>
      </p:sp>
      <p:sp>
        <p:nvSpPr>
          <p:cNvPr id="9728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92986190-84AD-4FAC-BA62-592C7AC66884}" type="slidenum">
              <a:rPr lang="fr-FR" sz="1200" smtClean="0">
                <a:latin typeface="Arial" pitchFamily="34" charset="0"/>
              </a:rPr>
              <a:pPr eaLnBrk="1" hangingPunct="1"/>
              <a:t>15</a:t>
            </a:fld>
            <a:endParaRPr lang="fr-FR" sz="1200">
              <a:latin typeface="Arial" pitchFamily="34" charset="0"/>
            </a:endParaRPr>
          </a:p>
        </p:txBody>
      </p:sp>
      <p:sp>
        <p:nvSpPr>
          <p:cNvPr id="9933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3C5AAAF2-F6EF-4F1A-8D96-B575053F4611}"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9933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0FE83870-04B1-4C66-B3B6-C9474AFDBC08}" type="slidenum">
              <a:rPr lang="fr-FR" sz="900">
                <a:solidFill>
                  <a:srgbClr val="5F5F5F"/>
                </a:solidFill>
                <a:latin typeface="Arial" pitchFamily="34" charset="0"/>
              </a:rPr>
              <a:pPr algn="r" eaLnBrk="1" hangingPunct="1">
                <a:spcBef>
                  <a:spcPct val="0"/>
                </a:spcBef>
                <a:buClrTx/>
                <a:buFontTx/>
                <a:buNone/>
              </a:pPr>
              <a:t>15</a:t>
            </a:fld>
            <a:endParaRPr lang="en-US" sz="900">
              <a:solidFill>
                <a:srgbClr val="5F5F5F"/>
              </a:solidFill>
              <a:latin typeface="Arial" pitchFamily="34" charset="0"/>
            </a:endParaRPr>
          </a:p>
        </p:txBody>
      </p:sp>
      <p:sp>
        <p:nvSpPr>
          <p:cNvPr id="9933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9933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99335" name="Rectangle 69633"/>
          <p:cNvSpPr>
            <a:spLocks noGrp="1" noRot="1" noChangeAspect="1" noChangeArrowheads="1" noTextEdit="1"/>
          </p:cNvSpPr>
          <p:nvPr>
            <p:ph type="sldImg"/>
          </p:nvPr>
        </p:nvSpPr>
        <p:spPr>
          <a:noFill/>
          <a:ln cap="flat" algn="ctr">
            <a:headEnd type="none" w="med" len="med"/>
            <a:tailEnd type="none" w="med" len="med"/>
          </a:ln>
        </p:spPr>
      </p:sp>
      <p:sp>
        <p:nvSpPr>
          <p:cNvPr id="9933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6C6A9B1F-FC73-4455-85BD-8DD8101EECC3}" type="slidenum">
              <a:rPr lang="fr-FR" sz="1200" smtClean="0">
                <a:latin typeface="Arial" pitchFamily="34" charset="0"/>
              </a:rPr>
              <a:pPr eaLnBrk="1" hangingPunct="1"/>
              <a:t>16</a:t>
            </a:fld>
            <a:endParaRPr lang="fr-FR" sz="1200">
              <a:latin typeface="Arial" pitchFamily="34" charset="0"/>
            </a:endParaRPr>
          </a:p>
        </p:txBody>
      </p:sp>
      <p:sp>
        <p:nvSpPr>
          <p:cNvPr id="1003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9C36FA9-EC00-41F2-939D-08178BCE7875}"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003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138C3898-7CED-47C4-8823-F71CAA1EBA95}" type="slidenum">
              <a:rPr lang="fr-FR" sz="900">
                <a:solidFill>
                  <a:srgbClr val="5F5F5F"/>
                </a:solidFill>
                <a:latin typeface="Arial" pitchFamily="34" charset="0"/>
              </a:rPr>
              <a:pPr algn="r" eaLnBrk="1" hangingPunct="1">
                <a:spcBef>
                  <a:spcPct val="0"/>
                </a:spcBef>
                <a:buClrTx/>
                <a:buFontTx/>
                <a:buNone/>
              </a:pPr>
              <a:t>16</a:t>
            </a:fld>
            <a:endParaRPr lang="en-US" sz="900">
              <a:solidFill>
                <a:srgbClr val="5F5F5F"/>
              </a:solidFill>
              <a:latin typeface="Arial" pitchFamily="34" charset="0"/>
            </a:endParaRPr>
          </a:p>
        </p:txBody>
      </p:sp>
      <p:sp>
        <p:nvSpPr>
          <p:cNvPr id="1003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003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00359" name="Rectangle 69633"/>
          <p:cNvSpPr>
            <a:spLocks noGrp="1" noRot="1" noChangeAspect="1" noChangeArrowheads="1" noTextEdit="1"/>
          </p:cNvSpPr>
          <p:nvPr>
            <p:ph type="sldImg"/>
          </p:nvPr>
        </p:nvSpPr>
        <p:spPr>
          <a:noFill/>
          <a:ln cap="flat" algn="ctr">
            <a:headEnd type="none" w="med" len="med"/>
            <a:tailEnd type="none" w="med" len="med"/>
          </a:ln>
        </p:spPr>
      </p:sp>
      <p:sp>
        <p:nvSpPr>
          <p:cNvPr id="1003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0BBFD1EE-3F60-4271-80F1-5392ACCE7674}" type="slidenum">
              <a:rPr lang="fr-FR" sz="1200" smtClean="0">
                <a:latin typeface="Arial" pitchFamily="34" charset="0"/>
              </a:rPr>
              <a:pPr eaLnBrk="1" hangingPunct="1"/>
              <a:t>17</a:t>
            </a:fld>
            <a:endParaRPr lang="fr-FR" sz="1200">
              <a:latin typeface="Arial" pitchFamily="34" charset="0"/>
            </a:endParaRPr>
          </a:p>
        </p:txBody>
      </p:sp>
      <p:sp>
        <p:nvSpPr>
          <p:cNvPr id="1013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A03BE7D-BBC4-4244-8DC2-DFF0E273B36B}"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013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7F606BEB-4C5A-4BD7-9F8B-9487456DD4E2}" type="slidenum">
              <a:rPr lang="fr-FR" sz="900">
                <a:solidFill>
                  <a:srgbClr val="5F5F5F"/>
                </a:solidFill>
                <a:latin typeface="Arial" pitchFamily="34" charset="0"/>
              </a:rPr>
              <a:pPr algn="r" eaLnBrk="1" hangingPunct="1">
                <a:spcBef>
                  <a:spcPct val="0"/>
                </a:spcBef>
                <a:buClrTx/>
                <a:buFontTx/>
                <a:buNone/>
              </a:pPr>
              <a:t>17</a:t>
            </a:fld>
            <a:endParaRPr lang="en-US" sz="900">
              <a:solidFill>
                <a:srgbClr val="5F5F5F"/>
              </a:solidFill>
              <a:latin typeface="Arial" pitchFamily="34" charset="0"/>
            </a:endParaRPr>
          </a:p>
        </p:txBody>
      </p:sp>
      <p:sp>
        <p:nvSpPr>
          <p:cNvPr id="1013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013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01383" name="Rectangle 69633"/>
          <p:cNvSpPr>
            <a:spLocks noGrp="1" noRot="1" noChangeAspect="1" noChangeArrowheads="1" noTextEdit="1"/>
          </p:cNvSpPr>
          <p:nvPr>
            <p:ph type="sldImg"/>
          </p:nvPr>
        </p:nvSpPr>
        <p:spPr>
          <a:noFill/>
          <a:ln cap="flat" algn="ctr">
            <a:headEnd type="none" w="med" len="med"/>
            <a:tailEnd type="none" w="med" len="med"/>
          </a:ln>
        </p:spPr>
      </p:sp>
      <p:sp>
        <p:nvSpPr>
          <p:cNvPr id="1013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1A69C47-1BAE-48A7-B83D-2B7EB1EFB7B3}" type="slidenum">
              <a:rPr lang="fr-FR" sz="1200" smtClean="0">
                <a:latin typeface="Arial" pitchFamily="34" charset="0"/>
              </a:rPr>
              <a:pPr eaLnBrk="1" hangingPunct="1"/>
              <a:t>18</a:t>
            </a:fld>
            <a:endParaRPr lang="fr-FR" sz="1200">
              <a:latin typeface="Arial" pitchFamily="34" charset="0"/>
            </a:endParaRPr>
          </a:p>
        </p:txBody>
      </p:sp>
      <p:sp>
        <p:nvSpPr>
          <p:cNvPr id="10240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0F672BD7-2BEF-42FA-AE83-19B396FAA384}"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0240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07A463F4-BCCE-4298-981A-D1615E1867C4}" type="slidenum">
              <a:rPr lang="fr-FR" sz="900">
                <a:solidFill>
                  <a:srgbClr val="5F5F5F"/>
                </a:solidFill>
                <a:latin typeface="Arial" pitchFamily="34" charset="0"/>
              </a:rPr>
              <a:pPr algn="r" eaLnBrk="1" hangingPunct="1">
                <a:spcBef>
                  <a:spcPct val="0"/>
                </a:spcBef>
                <a:buClrTx/>
                <a:buFontTx/>
                <a:buNone/>
              </a:pPr>
              <a:t>18</a:t>
            </a:fld>
            <a:endParaRPr lang="en-US" sz="900">
              <a:solidFill>
                <a:srgbClr val="5F5F5F"/>
              </a:solidFill>
              <a:latin typeface="Arial" pitchFamily="34" charset="0"/>
            </a:endParaRPr>
          </a:p>
        </p:txBody>
      </p:sp>
      <p:sp>
        <p:nvSpPr>
          <p:cNvPr id="10240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0240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02407" name="Rectangle 69633"/>
          <p:cNvSpPr>
            <a:spLocks noGrp="1" noRot="1" noChangeAspect="1" noChangeArrowheads="1" noTextEdit="1"/>
          </p:cNvSpPr>
          <p:nvPr>
            <p:ph type="sldImg"/>
          </p:nvPr>
        </p:nvSpPr>
        <p:spPr>
          <a:noFill/>
          <a:ln cap="flat" algn="ctr">
            <a:headEnd type="none" w="med" len="med"/>
            <a:tailEnd type="none" w="med" len="med"/>
          </a:ln>
        </p:spPr>
      </p:sp>
      <p:sp>
        <p:nvSpPr>
          <p:cNvPr id="10240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9862016-7E11-4364-9F0D-963652788C9A}" type="slidenum">
              <a:rPr lang="fr-FR" sz="1200" smtClean="0">
                <a:latin typeface="Arial" pitchFamily="34" charset="0"/>
              </a:rPr>
              <a:pPr eaLnBrk="1" hangingPunct="1"/>
              <a:t>19</a:t>
            </a:fld>
            <a:endParaRPr lang="fr-FR" sz="1200">
              <a:latin typeface="Arial" pitchFamily="34" charset="0"/>
            </a:endParaRPr>
          </a:p>
        </p:txBody>
      </p:sp>
      <p:sp>
        <p:nvSpPr>
          <p:cNvPr id="10342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434E5FBF-EBEE-4204-9D80-CD1C32D83064}"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0342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2FCB7816-94DC-46B6-B095-FB209E655A45}" type="slidenum">
              <a:rPr lang="fr-FR" sz="900">
                <a:solidFill>
                  <a:srgbClr val="5F5F5F"/>
                </a:solidFill>
                <a:latin typeface="Arial" pitchFamily="34" charset="0"/>
              </a:rPr>
              <a:pPr algn="r" eaLnBrk="1" hangingPunct="1">
                <a:spcBef>
                  <a:spcPct val="0"/>
                </a:spcBef>
                <a:buClrTx/>
                <a:buFontTx/>
                <a:buNone/>
              </a:pPr>
              <a:t>19</a:t>
            </a:fld>
            <a:endParaRPr lang="en-US" sz="900">
              <a:solidFill>
                <a:srgbClr val="5F5F5F"/>
              </a:solidFill>
              <a:latin typeface="Arial" pitchFamily="34" charset="0"/>
            </a:endParaRPr>
          </a:p>
        </p:txBody>
      </p:sp>
      <p:sp>
        <p:nvSpPr>
          <p:cNvPr id="10342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0343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03431" name="Rectangle 69633"/>
          <p:cNvSpPr>
            <a:spLocks noGrp="1" noRot="1" noChangeAspect="1" noChangeArrowheads="1" noTextEdit="1"/>
          </p:cNvSpPr>
          <p:nvPr>
            <p:ph type="sldImg"/>
          </p:nvPr>
        </p:nvSpPr>
        <p:spPr>
          <a:noFill/>
          <a:ln cap="flat" algn="ctr">
            <a:headEnd type="none" w="med" len="med"/>
            <a:tailEnd type="none" w="med" len="med"/>
          </a:ln>
        </p:spPr>
      </p:sp>
      <p:sp>
        <p:nvSpPr>
          <p:cNvPr id="10343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7004F7FE-97D5-49D3-B68A-6A35B1F43729}" type="slidenum">
              <a:rPr lang="fr-FR" sz="1200" smtClean="0">
                <a:latin typeface="Arial" pitchFamily="34" charset="0"/>
              </a:rPr>
              <a:pPr eaLnBrk="1" hangingPunct="1"/>
              <a:t>20</a:t>
            </a:fld>
            <a:endParaRPr lang="fr-FR" sz="1200">
              <a:latin typeface="Arial" pitchFamily="34" charset="0"/>
            </a:endParaRPr>
          </a:p>
        </p:txBody>
      </p:sp>
      <p:sp>
        <p:nvSpPr>
          <p:cNvPr id="10445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B6B35681-FC91-4E82-8C59-C9C9204B5396}"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0445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7B2FD1E-CF5F-4EC4-866F-444F1D60475E}" type="slidenum">
              <a:rPr lang="fr-FR" sz="900">
                <a:solidFill>
                  <a:srgbClr val="5F5F5F"/>
                </a:solidFill>
                <a:latin typeface="Arial" pitchFamily="34" charset="0"/>
              </a:rPr>
              <a:pPr algn="r" eaLnBrk="1" hangingPunct="1">
                <a:spcBef>
                  <a:spcPct val="0"/>
                </a:spcBef>
                <a:buClrTx/>
                <a:buFontTx/>
                <a:buNone/>
              </a:pPr>
              <a:t>20</a:t>
            </a:fld>
            <a:endParaRPr lang="en-US" sz="900">
              <a:solidFill>
                <a:srgbClr val="5F5F5F"/>
              </a:solidFill>
              <a:latin typeface="Arial" pitchFamily="34" charset="0"/>
            </a:endParaRPr>
          </a:p>
        </p:txBody>
      </p:sp>
      <p:sp>
        <p:nvSpPr>
          <p:cNvPr id="10445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0445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04455" name="Rectangle 69633"/>
          <p:cNvSpPr>
            <a:spLocks noGrp="1" noRot="1" noChangeAspect="1" noChangeArrowheads="1" noTextEdit="1"/>
          </p:cNvSpPr>
          <p:nvPr>
            <p:ph type="sldImg"/>
          </p:nvPr>
        </p:nvSpPr>
        <p:spPr>
          <a:noFill/>
          <a:ln cap="flat" algn="ctr">
            <a:headEnd type="none" w="med" len="med"/>
            <a:tailEnd type="none" w="med" len="med"/>
          </a:ln>
        </p:spPr>
      </p:sp>
      <p:sp>
        <p:nvSpPr>
          <p:cNvPr id="10445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1BEC368F-9CA1-4DED-A0E0-531DA47C3B23}" type="slidenum">
              <a:rPr lang="fr-FR" sz="1200" smtClean="0">
                <a:latin typeface="Arial" pitchFamily="34" charset="0"/>
              </a:rPr>
              <a:pPr eaLnBrk="1" hangingPunct="1"/>
              <a:t>21</a:t>
            </a:fld>
            <a:endParaRPr lang="fr-FR" sz="1200">
              <a:latin typeface="Arial" pitchFamily="34" charset="0"/>
            </a:endParaRPr>
          </a:p>
        </p:txBody>
      </p:sp>
      <p:sp>
        <p:nvSpPr>
          <p:cNvPr id="11264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2199856A-D5BD-43EC-998F-587821BF7B9B}"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1264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69AF6B37-5625-4D02-8085-8D9850296E23}" type="slidenum">
              <a:rPr lang="fr-FR" sz="900">
                <a:solidFill>
                  <a:srgbClr val="5F5F5F"/>
                </a:solidFill>
                <a:latin typeface="Arial" pitchFamily="34" charset="0"/>
              </a:rPr>
              <a:pPr algn="r" eaLnBrk="1" hangingPunct="1">
                <a:spcBef>
                  <a:spcPct val="0"/>
                </a:spcBef>
                <a:buClrTx/>
                <a:buFontTx/>
                <a:buNone/>
              </a:pPr>
              <a:t>21</a:t>
            </a:fld>
            <a:endParaRPr lang="en-US" sz="900">
              <a:solidFill>
                <a:srgbClr val="5F5F5F"/>
              </a:solidFill>
              <a:latin typeface="Arial" pitchFamily="34" charset="0"/>
            </a:endParaRPr>
          </a:p>
        </p:txBody>
      </p:sp>
      <p:sp>
        <p:nvSpPr>
          <p:cNvPr id="11264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1264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12647" name="Rectangle 69633"/>
          <p:cNvSpPr>
            <a:spLocks noGrp="1" noRot="1" noChangeAspect="1" noChangeArrowheads="1" noTextEdit="1"/>
          </p:cNvSpPr>
          <p:nvPr>
            <p:ph type="sldImg"/>
          </p:nvPr>
        </p:nvSpPr>
        <p:spPr>
          <a:noFill/>
          <a:ln cap="flat" algn="ctr">
            <a:headEnd type="none" w="med" len="med"/>
            <a:tailEnd type="none" w="med" len="med"/>
          </a:ln>
        </p:spPr>
      </p:sp>
      <p:sp>
        <p:nvSpPr>
          <p:cNvPr id="11264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F010FCFD-4824-487C-BC97-24311AF52AEE}" type="slidenum">
              <a:rPr lang="fr-FR" sz="1200" smtClean="0">
                <a:latin typeface="Arial" pitchFamily="34" charset="0"/>
              </a:rPr>
              <a:pPr eaLnBrk="1" hangingPunct="1"/>
              <a:t>22</a:t>
            </a:fld>
            <a:endParaRPr lang="fr-FR" sz="1200">
              <a:latin typeface="Arial" pitchFamily="34" charset="0"/>
            </a:endParaRPr>
          </a:p>
        </p:txBody>
      </p:sp>
      <p:sp>
        <p:nvSpPr>
          <p:cNvPr id="11366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2685BD75-3EB9-4189-9032-73F6F22A84B5}"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1366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40AE634A-3ECE-4DE8-ACE0-5FEAB6AD18A4}" type="slidenum">
              <a:rPr lang="fr-FR" sz="900">
                <a:solidFill>
                  <a:srgbClr val="5F5F5F"/>
                </a:solidFill>
                <a:latin typeface="Arial" pitchFamily="34" charset="0"/>
              </a:rPr>
              <a:pPr algn="r" eaLnBrk="1" hangingPunct="1">
                <a:spcBef>
                  <a:spcPct val="0"/>
                </a:spcBef>
                <a:buClrTx/>
                <a:buFontTx/>
                <a:buNone/>
              </a:pPr>
              <a:t>22</a:t>
            </a:fld>
            <a:endParaRPr lang="en-US" sz="900">
              <a:solidFill>
                <a:srgbClr val="5F5F5F"/>
              </a:solidFill>
              <a:latin typeface="Arial" pitchFamily="34" charset="0"/>
            </a:endParaRPr>
          </a:p>
        </p:txBody>
      </p:sp>
      <p:sp>
        <p:nvSpPr>
          <p:cNvPr id="11366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1367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13671" name="Rectangle 69633"/>
          <p:cNvSpPr>
            <a:spLocks noGrp="1" noRot="1" noChangeAspect="1" noChangeArrowheads="1" noTextEdit="1"/>
          </p:cNvSpPr>
          <p:nvPr>
            <p:ph type="sldImg"/>
          </p:nvPr>
        </p:nvSpPr>
        <p:spPr>
          <a:noFill/>
          <a:ln cap="flat" algn="ctr">
            <a:headEnd type="none" w="med" len="med"/>
            <a:tailEnd type="none" w="med" len="med"/>
          </a:ln>
        </p:spPr>
      </p:sp>
      <p:sp>
        <p:nvSpPr>
          <p:cNvPr id="11367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D7DD6D82-9AC9-4166-9C9A-B80AE6DE8384}" type="slidenum">
              <a:rPr lang="fr-FR" sz="1200" smtClean="0">
                <a:latin typeface="Arial" pitchFamily="34" charset="0"/>
              </a:rPr>
              <a:pPr eaLnBrk="1" hangingPunct="1"/>
              <a:t>23</a:t>
            </a:fld>
            <a:endParaRPr lang="fr-FR" sz="1200">
              <a:latin typeface="Arial" pitchFamily="34" charset="0"/>
            </a:endParaRPr>
          </a:p>
        </p:txBody>
      </p:sp>
      <p:sp>
        <p:nvSpPr>
          <p:cNvPr id="11776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04A61A48-28F4-44EB-930B-959FA9492DDA}"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1776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82F3F849-1DB7-4237-B5BF-9BFEA8A7C75E}" type="slidenum">
              <a:rPr lang="fr-FR" sz="900">
                <a:solidFill>
                  <a:srgbClr val="5F5F5F"/>
                </a:solidFill>
                <a:latin typeface="Arial" pitchFamily="34" charset="0"/>
              </a:rPr>
              <a:pPr algn="r" eaLnBrk="1" hangingPunct="1">
                <a:spcBef>
                  <a:spcPct val="0"/>
                </a:spcBef>
                <a:buClrTx/>
                <a:buFontTx/>
                <a:buNone/>
              </a:pPr>
              <a:t>23</a:t>
            </a:fld>
            <a:endParaRPr lang="en-US" sz="900">
              <a:solidFill>
                <a:srgbClr val="5F5F5F"/>
              </a:solidFill>
              <a:latin typeface="Arial" pitchFamily="34" charset="0"/>
            </a:endParaRPr>
          </a:p>
        </p:txBody>
      </p:sp>
      <p:sp>
        <p:nvSpPr>
          <p:cNvPr id="11776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1776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17767" name="Rectangle 69633"/>
          <p:cNvSpPr>
            <a:spLocks noGrp="1" noRot="1" noChangeAspect="1" noChangeArrowheads="1" noTextEdit="1"/>
          </p:cNvSpPr>
          <p:nvPr>
            <p:ph type="sldImg"/>
          </p:nvPr>
        </p:nvSpPr>
        <p:spPr>
          <a:noFill/>
          <a:ln cap="flat" algn="ctr">
            <a:headEnd type="none" w="med" len="med"/>
            <a:tailEnd type="none" w="med" len="med"/>
          </a:ln>
        </p:spPr>
      </p:sp>
      <p:sp>
        <p:nvSpPr>
          <p:cNvPr id="11776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4E981466-CD99-4E49-93D4-388C8C9F2840}" type="slidenum">
              <a:rPr lang="fr-FR" sz="1200" smtClean="0">
                <a:latin typeface="Arial" pitchFamily="34" charset="0"/>
              </a:rPr>
              <a:pPr eaLnBrk="1" hangingPunct="1"/>
              <a:t>24</a:t>
            </a:fld>
            <a:endParaRPr lang="fr-FR" sz="1200">
              <a:latin typeface="Arial" pitchFamily="34" charset="0"/>
            </a:endParaRPr>
          </a:p>
        </p:txBody>
      </p:sp>
      <p:sp>
        <p:nvSpPr>
          <p:cNvPr id="11878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FE052627-5048-4D18-8AB3-7F336D8B897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1878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C26FDBED-3C0B-44F6-8D7B-569DBA85E73B}" type="slidenum">
              <a:rPr lang="fr-FR" sz="900">
                <a:solidFill>
                  <a:srgbClr val="5F5F5F"/>
                </a:solidFill>
                <a:latin typeface="Arial" pitchFamily="34" charset="0"/>
              </a:rPr>
              <a:pPr algn="r" eaLnBrk="1" hangingPunct="1">
                <a:spcBef>
                  <a:spcPct val="0"/>
                </a:spcBef>
                <a:buClrTx/>
                <a:buFontTx/>
                <a:buNone/>
              </a:pPr>
              <a:t>24</a:t>
            </a:fld>
            <a:endParaRPr lang="en-US" sz="900">
              <a:solidFill>
                <a:srgbClr val="5F5F5F"/>
              </a:solidFill>
              <a:latin typeface="Arial" pitchFamily="34" charset="0"/>
            </a:endParaRPr>
          </a:p>
        </p:txBody>
      </p:sp>
      <p:sp>
        <p:nvSpPr>
          <p:cNvPr id="11878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1879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18791" name="Rectangle 69633"/>
          <p:cNvSpPr>
            <a:spLocks noGrp="1" noRot="1" noChangeAspect="1" noChangeArrowheads="1" noTextEdit="1"/>
          </p:cNvSpPr>
          <p:nvPr>
            <p:ph type="sldImg"/>
          </p:nvPr>
        </p:nvSpPr>
        <p:spPr>
          <a:noFill/>
          <a:ln cap="flat" algn="ctr">
            <a:headEnd type="none" w="med" len="med"/>
            <a:tailEnd type="none" w="med" len="med"/>
          </a:ln>
        </p:spPr>
      </p:sp>
      <p:sp>
        <p:nvSpPr>
          <p:cNvPr id="11879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9B43AF96-1625-481C-BC2C-63CE9DCA3A63}" type="slidenum">
              <a:rPr lang="fr-FR" sz="1200" smtClean="0">
                <a:latin typeface="Arial" pitchFamily="34" charset="0"/>
              </a:rPr>
              <a:pPr eaLnBrk="1" hangingPunct="1"/>
              <a:t>25</a:t>
            </a:fld>
            <a:endParaRPr lang="fr-FR" sz="1200">
              <a:latin typeface="Arial" pitchFamily="34" charset="0"/>
            </a:endParaRPr>
          </a:p>
        </p:txBody>
      </p:sp>
      <p:sp>
        <p:nvSpPr>
          <p:cNvPr id="11981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41F35A7-20A4-4F06-963E-7389C31ECCD8}"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1981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60A9E291-3646-485D-98CA-F086B6D6922D}" type="slidenum">
              <a:rPr lang="fr-FR" sz="900">
                <a:solidFill>
                  <a:srgbClr val="5F5F5F"/>
                </a:solidFill>
                <a:latin typeface="Arial" pitchFamily="34" charset="0"/>
              </a:rPr>
              <a:pPr algn="r" eaLnBrk="1" hangingPunct="1">
                <a:spcBef>
                  <a:spcPct val="0"/>
                </a:spcBef>
                <a:buClrTx/>
                <a:buFontTx/>
                <a:buNone/>
              </a:pPr>
              <a:t>25</a:t>
            </a:fld>
            <a:endParaRPr lang="en-US" sz="900">
              <a:solidFill>
                <a:srgbClr val="5F5F5F"/>
              </a:solidFill>
              <a:latin typeface="Arial" pitchFamily="34" charset="0"/>
            </a:endParaRPr>
          </a:p>
        </p:txBody>
      </p:sp>
      <p:sp>
        <p:nvSpPr>
          <p:cNvPr id="11981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1981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19815" name="Rectangle 69633"/>
          <p:cNvSpPr>
            <a:spLocks noGrp="1" noRot="1" noChangeAspect="1" noChangeArrowheads="1" noTextEdit="1"/>
          </p:cNvSpPr>
          <p:nvPr>
            <p:ph type="sldImg"/>
          </p:nvPr>
        </p:nvSpPr>
        <p:spPr>
          <a:noFill/>
          <a:ln cap="flat" algn="ctr">
            <a:headEnd type="none" w="med" len="med"/>
            <a:tailEnd type="none" w="med" len="med"/>
          </a:ln>
        </p:spPr>
      </p:sp>
      <p:sp>
        <p:nvSpPr>
          <p:cNvPr id="11981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6F97FBAE-9C57-4BF7-984F-062A42CBBAAB}" type="slidenum">
              <a:rPr lang="fr-FR" sz="1200" smtClean="0">
                <a:latin typeface="Arial" pitchFamily="34" charset="0"/>
              </a:rPr>
              <a:pPr eaLnBrk="1" hangingPunct="1"/>
              <a:t>26</a:t>
            </a:fld>
            <a:endParaRPr lang="fr-FR" sz="1200">
              <a:latin typeface="Arial" pitchFamily="34" charset="0"/>
            </a:endParaRPr>
          </a:p>
        </p:txBody>
      </p:sp>
      <p:sp>
        <p:nvSpPr>
          <p:cNvPr id="12083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4DA0A229-0773-47DC-87B4-080E1F518ECE}"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083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00D7124-4CD4-4C47-979C-6226C394CD62}" type="slidenum">
              <a:rPr lang="fr-FR" sz="900">
                <a:solidFill>
                  <a:srgbClr val="5F5F5F"/>
                </a:solidFill>
                <a:latin typeface="Arial" pitchFamily="34" charset="0"/>
              </a:rPr>
              <a:pPr algn="r" eaLnBrk="1" hangingPunct="1">
                <a:spcBef>
                  <a:spcPct val="0"/>
                </a:spcBef>
                <a:buClrTx/>
                <a:buFontTx/>
                <a:buNone/>
              </a:pPr>
              <a:t>26</a:t>
            </a:fld>
            <a:endParaRPr lang="en-US" sz="900">
              <a:solidFill>
                <a:srgbClr val="5F5F5F"/>
              </a:solidFill>
              <a:latin typeface="Arial" pitchFamily="34" charset="0"/>
            </a:endParaRPr>
          </a:p>
        </p:txBody>
      </p:sp>
      <p:sp>
        <p:nvSpPr>
          <p:cNvPr id="12083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083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0839" name="Rectangle 69633"/>
          <p:cNvSpPr>
            <a:spLocks noGrp="1" noRot="1" noChangeAspect="1" noChangeArrowheads="1" noTextEdit="1"/>
          </p:cNvSpPr>
          <p:nvPr>
            <p:ph type="sldImg"/>
          </p:nvPr>
        </p:nvSpPr>
        <p:spPr>
          <a:noFill/>
          <a:ln cap="flat" algn="ctr">
            <a:headEnd type="none" w="med" len="med"/>
            <a:tailEnd type="none" w="med" len="med"/>
          </a:ln>
        </p:spPr>
      </p:sp>
      <p:sp>
        <p:nvSpPr>
          <p:cNvPr id="12084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F413631F-E80C-4527-AFAB-28395F900E77}" type="slidenum">
              <a:rPr lang="fr-FR" sz="1200" smtClean="0">
                <a:latin typeface="Arial" pitchFamily="34" charset="0"/>
              </a:rPr>
              <a:pPr eaLnBrk="1" hangingPunct="1"/>
              <a:t>27</a:t>
            </a:fld>
            <a:endParaRPr lang="fr-FR" sz="1200">
              <a:latin typeface="Arial" pitchFamily="34" charset="0"/>
            </a:endParaRPr>
          </a:p>
        </p:txBody>
      </p:sp>
      <p:sp>
        <p:nvSpPr>
          <p:cNvPr id="12185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56540D7-29D0-484F-9E5D-6400C3A13437}"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186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0454BD1E-8E31-43BE-AE9B-B9C71D80C830}" type="slidenum">
              <a:rPr lang="fr-FR" sz="900">
                <a:solidFill>
                  <a:srgbClr val="5F5F5F"/>
                </a:solidFill>
                <a:latin typeface="Arial" pitchFamily="34" charset="0"/>
              </a:rPr>
              <a:pPr algn="r" eaLnBrk="1" hangingPunct="1">
                <a:spcBef>
                  <a:spcPct val="0"/>
                </a:spcBef>
                <a:buClrTx/>
                <a:buFontTx/>
                <a:buNone/>
              </a:pPr>
              <a:t>27</a:t>
            </a:fld>
            <a:endParaRPr lang="en-US" sz="900">
              <a:solidFill>
                <a:srgbClr val="5F5F5F"/>
              </a:solidFill>
              <a:latin typeface="Arial" pitchFamily="34" charset="0"/>
            </a:endParaRPr>
          </a:p>
        </p:txBody>
      </p:sp>
      <p:sp>
        <p:nvSpPr>
          <p:cNvPr id="12186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186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1863" name="Rectangle 69633"/>
          <p:cNvSpPr>
            <a:spLocks noGrp="1" noRot="1" noChangeAspect="1" noChangeArrowheads="1" noTextEdit="1"/>
          </p:cNvSpPr>
          <p:nvPr>
            <p:ph type="sldImg"/>
          </p:nvPr>
        </p:nvSpPr>
        <p:spPr>
          <a:noFill/>
          <a:ln cap="flat" algn="ctr">
            <a:headEnd type="none" w="med" len="med"/>
            <a:tailEnd type="none" w="med" len="med"/>
          </a:ln>
        </p:spPr>
      </p:sp>
      <p:sp>
        <p:nvSpPr>
          <p:cNvPr id="12186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4D924D1C-DCDE-4924-985E-B80147D455B6}" type="slidenum">
              <a:rPr lang="fr-FR" sz="1200" smtClean="0">
                <a:latin typeface="Arial" pitchFamily="34" charset="0"/>
              </a:rPr>
              <a:pPr eaLnBrk="1" hangingPunct="1"/>
              <a:t>28</a:t>
            </a:fld>
            <a:endParaRPr lang="fr-FR" sz="1200">
              <a:latin typeface="Arial" pitchFamily="34" charset="0"/>
            </a:endParaRPr>
          </a:p>
        </p:txBody>
      </p:sp>
      <p:sp>
        <p:nvSpPr>
          <p:cNvPr id="122883"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8B9A4992-9CE4-41D1-94CB-1904D01A4893}"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2884"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7DC1F3F9-81E1-4878-9299-095017C06002}" type="slidenum">
              <a:rPr lang="fr-FR" sz="900">
                <a:solidFill>
                  <a:srgbClr val="5F5F5F"/>
                </a:solidFill>
                <a:latin typeface="Arial" pitchFamily="34" charset="0"/>
              </a:rPr>
              <a:pPr algn="r" eaLnBrk="1" hangingPunct="1">
                <a:spcBef>
                  <a:spcPct val="0"/>
                </a:spcBef>
                <a:buClrTx/>
                <a:buFontTx/>
                <a:buNone/>
              </a:pPr>
              <a:t>28</a:t>
            </a:fld>
            <a:endParaRPr lang="en-US" sz="900">
              <a:solidFill>
                <a:srgbClr val="5F5F5F"/>
              </a:solidFill>
              <a:latin typeface="Arial" pitchFamily="34" charset="0"/>
            </a:endParaRPr>
          </a:p>
        </p:txBody>
      </p:sp>
      <p:sp>
        <p:nvSpPr>
          <p:cNvPr id="122885"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2886"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2887" name="Rectangle 69633"/>
          <p:cNvSpPr>
            <a:spLocks noGrp="1" noRot="1" noChangeAspect="1" noChangeArrowheads="1" noTextEdit="1"/>
          </p:cNvSpPr>
          <p:nvPr>
            <p:ph type="sldImg"/>
          </p:nvPr>
        </p:nvSpPr>
        <p:spPr>
          <a:noFill/>
          <a:ln cap="flat" algn="ctr">
            <a:headEnd type="none" w="med" len="med"/>
            <a:tailEnd type="none" w="med" len="med"/>
          </a:ln>
        </p:spPr>
      </p:sp>
      <p:sp>
        <p:nvSpPr>
          <p:cNvPr id="122888"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6B516219-C965-49B3-88AE-26FC41C4A67B}" type="slidenum">
              <a:rPr lang="fr-FR" sz="1200" smtClean="0">
                <a:latin typeface="Arial" pitchFamily="34" charset="0"/>
              </a:rPr>
              <a:pPr eaLnBrk="1" hangingPunct="1"/>
              <a:t>29</a:t>
            </a:fld>
            <a:endParaRPr lang="fr-FR" sz="1200">
              <a:latin typeface="Arial" pitchFamily="34" charset="0"/>
            </a:endParaRPr>
          </a:p>
        </p:txBody>
      </p:sp>
      <p:sp>
        <p:nvSpPr>
          <p:cNvPr id="123907"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40E1AAD5-1A5A-480A-8A07-14266F1F17FA}"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3908"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A72395CC-C1DB-4DD5-A0D9-491A38908867}" type="slidenum">
              <a:rPr lang="fr-FR" sz="900">
                <a:solidFill>
                  <a:srgbClr val="5F5F5F"/>
                </a:solidFill>
                <a:latin typeface="Arial" pitchFamily="34" charset="0"/>
              </a:rPr>
              <a:pPr algn="r" eaLnBrk="1" hangingPunct="1">
                <a:spcBef>
                  <a:spcPct val="0"/>
                </a:spcBef>
                <a:buClrTx/>
                <a:buFontTx/>
                <a:buNone/>
              </a:pPr>
              <a:t>29</a:t>
            </a:fld>
            <a:endParaRPr lang="en-US" sz="900">
              <a:solidFill>
                <a:srgbClr val="5F5F5F"/>
              </a:solidFill>
              <a:latin typeface="Arial" pitchFamily="34" charset="0"/>
            </a:endParaRPr>
          </a:p>
        </p:txBody>
      </p:sp>
      <p:sp>
        <p:nvSpPr>
          <p:cNvPr id="123909"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3910"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3911" name="Rectangle 69633"/>
          <p:cNvSpPr>
            <a:spLocks noGrp="1" noRot="1" noChangeAspect="1" noChangeArrowheads="1" noTextEdit="1"/>
          </p:cNvSpPr>
          <p:nvPr>
            <p:ph type="sldImg"/>
          </p:nvPr>
        </p:nvSpPr>
        <p:spPr>
          <a:noFill/>
          <a:ln cap="flat" algn="ctr">
            <a:headEnd type="none" w="med" len="med"/>
            <a:tailEnd type="none" w="med" len="med"/>
          </a:ln>
        </p:spPr>
      </p:sp>
      <p:sp>
        <p:nvSpPr>
          <p:cNvPr id="123912"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1E0FD276-10EF-472D-9ABC-2342633E4480}" type="slidenum">
              <a:rPr lang="fr-FR" sz="1200" smtClean="0">
                <a:latin typeface="Arial" pitchFamily="34" charset="0"/>
              </a:rPr>
              <a:pPr eaLnBrk="1" hangingPunct="1"/>
              <a:t>30</a:t>
            </a:fld>
            <a:endParaRPr lang="fr-FR" sz="1200">
              <a:latin typeface="Arial" pitchFamily="34" charset="0"/>
            </a:endParaRPr>
          </a:p>
        </p:txBody>
      </p:sp>
      <p:sp>
        <p:nvSpPr>
          <p:cNvPr id="124931"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7C0FD127-4430-4089-BDB6-4513A123B0D7}"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4932"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9C1D4733-B90A-420B-9DBE-E6F66C24B8C3}" type="slidenum">
              <a:rPr lang="fr-FR" sz="900">
                <a:solidFill>
                  <a:srgbClr val="5F5F5F"/>
                </a:solidFill>
                <a:latin typeface="Arial" pitchFamily="34" charset="0"/>
              </a:rPr>
              <a:pPr algn="r" eaLnBrk="1" hangingPunct="1">
                <a:spcBef>
                  <a:spcPct val="0"/>
                </a:spcBef>
                <a:buClrTx/>
                <a:buFontTx/>
                <a:buNone/>
              </a:pPr>
              <a:t>30</a:t>
            </a:fld>
            <a:endParaRPr lang="en-US" sz="900">
              <a:solidFill>
                <a:srgbClr val="5F5F5F"/>
              </a:solidFill>
              <a:latin typeface="Arial" pitchFamily="34" charset="0"/>
            </a:endParaRPr>
          </a:p>
        </p:txBody>
      </p:sp>
      <p:sp>
        <p:nvSpPr>
          <p:cNvPr id="124933"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4934"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4935" name="Rectangle 69633"/>
          <p:cNvSpPr>
            <a:spLocks noGrp="1" noRot="1" noChangeAspect="1" noChangeArrowheads="1" noTextEdit="1"/>
          </p:cNvSpPr>
          <p:nvPr>
            <p:ph type="sldImg"/>
          </p:nvPr>
        </p:nvSpPr>
        <p:spPr>
          <a:noFill/>
          <a:ln cap="flat" algn="ctr">
            <a:headEnd type="none" w="med" len="med"/>
            <a:tailEnd type="none" w="med" len="med"/>
          </a:ln>
        </p:spPr>
      </p:sp>
      <p:sp>
        <p:nvSpPr>
          <p:cNvPr id="124936"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31</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31</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32</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32</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33</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33</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34</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34</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35</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35</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36</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36</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52EA0E05-BD49-474D-9D67-1FF3337FD833}" type="slidenum">
              <a:rPr lang="fr-FR" sz="1200" smtClean="0">
                <a:latin typeface="Arial" pitchFamily="34" charset="0"/>
              </a:rPr>
              <a:pPr eaLnBrk="1" hangingPunct="1"/>
              <a:t>37</a:t>
            </a:fld>
            <a:endParaRPr lang="fr-FR" sz="1200">
              <a:latin typeface="Arial" pitchFamily="34" charset="0"/>
            </a:endParaRPr>
          </a:p>
        </p:txBody>
      </p:sp>
      <p:sp>
        <p:nvSpPr>
          <p:cNvPr id="125955"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A1CB6D80-5BAE-4245-BA30-9F2A734464ED}"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5956"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EC09D34F-32C6-4ECC-80DA-B351836FFA23}" type="slidenum">
              <a:rPr lang="fr-FR" sz="900">
                <a:solidFill>
                  <a:srgbClr val="5F5F5F"/>
                </a:solidFill>
                <a:latin typeface="Arial" pitchFamily="34" charset="0"/>
              </a:rPr>
              <a:pPr algn="r" eaLnBrk="1" hangingPunct="1">
                <a:spcBef>
                  <a:spcPct val="0"/>
                </a:spcBef>
                <a:buClrTx/>
                <a:buFontTx/>
                <a:buNone/>
              </a:pPr>
              <a:t>37</a:t>
            </a:fld>
            <a:endParaRPr lang="en-US" sz="900">
              <a:solidFill>
                <a:srgbClr val="5F5F5F"/>
              </a:solidFill>
              <a:latin typeface="Arial" pitchFamily="34" charset="0"/>
            </a:endParaRPr>
          </a:p>
        </p:txBody>
      </p:sp>
      <p:sp>
        <p:nvSpPr>
          <p:cNvPr id="125957"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5958"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5959" name="Rectangle 69633"/>
          <p:cNvSpPr>
            <a:spLocks noGrp="1" noRot="1" noChangeAspect="1" noChangeArrowheads="1" noTextEdit="1"/>
          </p:cNvSpPr>
          <p:nvPr>
            <p:ph type="sldImg"/>
          </p:nvPr>
        </p:nvSpPr>
        <p:spPr>
          <a:noFill/>
          <a:ln cap="flat" algn="ctr">
            <a:headEnd type="none" w="med" len="med"/>
            <a:tailEnd type="none" w="med" len="med"/>
          </a:ln>
        </p:spPr>
      </p:sp>
      <p:sp>
        <p:nvSpPr>
          <p:cNvPr id="125960"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38</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38</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39</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39</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40</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40</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41</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41</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42</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42</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43</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43</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44</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44</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45</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45</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fld id="{E31B3E0F-89CA-4F68-BEA6-826E5BBE1CFA}" type="slidenum">
              <a:rPr lang="fr-FR" sz="1200" smtClean="0">
                <a:latin typeface="Arial" pitchFamily="34" charset="0"/>
              </a:rPr>
              <a:pPr eaLnBrk="1" hangingPunct="1"/>
              <a:t>46</a:t>
            </a:fld>
            <a:endParaRPr lang="fr-FR" sz="1200">
              <a:latin typeface="Arial" pitchFamily="34" charset="0"/>
            </a:endParaRPr>
          </a:p>
        </p:txBody>
      </p:sp>
      <p:sp>
        <p:nvSpPr>
          <p:cNvPr id="126979" name="Forme 3"/>
          <p:cNvSpPr txBox="1">
            <a:spLocks noGrp="1" noChangeArrowheads="1"/>
          </p:cNvSpPr>
          <p:nvPr/>
        </p:nvSpPr>
        <p:spPr bwMode="auto">
          <a:xfrm>
            <a:off x="0" y="0"/>
            <a:ext cx="2057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fld id="{E948FB46-B67C-41AB-9F16-3AE7ACBB5ACF}" type="datetime5">
              <a:rPr lang="en-US" sz="900">
                <a:solidFill>
                  <a:srgbClr val="5F5F5F"/>
                </a:solidFill>
                <a:latin typeface="Arial" pitchFamily="34" charset="0"/>
              </a:rPr>
              <a:pPr eaLnBrk="1" hangingPunct="1">
                <a:spcBef>
                  <a:spcPct val="0"/>
                </a:spcBef>
                <a:buClrTx/>
                <a:buFontTx/>
                <a:buNone/>
              </a:pPr>
              <a:t>10-Feb-25</a:t>
            </a:fld>
            <a:endParaRPr lang="en-US" sz="900">
              <a:solidFill>
                <a:srgbClr val="5F5F5F"/>
              </a:solidFill>
              <a:latin typeface="Arial" pitchFamily="34" charset="0"/>
            </a:endParaRPr>
          </a:p>
        </p:txBody>
      </p:sp>
      <p:sp>
        <p:nvSpPr>
          <p:cNvPr id="126980" name="Forme 4"/>
          <p:cNvSpPr txBox="1">
            <a:spLocks noGrp="1" noChangeArrowheads="1"/>
          </p:cNvSpPr>
          <p:nvPr/>
        </p:nvSpPr>
        <p:spPr bwMode="auto">
          <a:xfrm>
            <a:off x="6400800" y="8685213"/>
            <a:ext cx="4556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fld id="{38988B14-2A8C-4F2A-B883-6D80E68A6D25}" type="slidenum">
              <a:rPr lang="fr-FR" sz="900">
                <a:solidFill>
                  <a:srgbClr val="5F5F5F"/>
                </a:solidFill>
                <a:latin typeface="Arial" pitchFamily="34" charset="0"/>
              </a:rPr>
              <a:pPr algn="r" eaLnBrk="1" hangingPunct="1">
                <a:spcBef>
                  <a:spcPct val="0"/>
                </a:spcBef>
                <a:buClrTx/>
                <a:buFontTx/>
                <a:buNone/>
              </a:pPr>
              <a:t>46</a:t>
            </a:fld>
            <a:endParaRPr lang="en-US" sz="900">
              <a:solidFill>
                <a:srgbClr val="5F5F5F"/>
              </a:solidFill>
              <a:latin typeface="Arial" pitchFamily="34" charset="0"/>
            </a:endParaRPr>
          </a:p>
        </p:txBody>
      </p:sp>
      <p:sp>
        <p:nvSpPr>
          <p:cNvPr id="126981" name="Forme 5"/>
          <p:cNvSpPr txBox="1">
            <a:spLocks noGrp="1" noChangeArrowheads="1"/>
          </p:cNvSpPr>
          <p:nvPr/>
        </p:nvSpPr>
        <p:spPr bwMode="auto">
          <a:xfrm>
            <a:off x="0" y="8685213"/>
            <a:ext cx="563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nchor="b"/>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spcBef>
                <a:spcPct val="0"/>
              </a:spcBef>
              <a:buClrTx/>
              <a:buFontTx/>
              <a:buNone/>
            </a:pPr>
            <a:r>
              <a:rPr lang="en-US" sz="900">
                <a:solidFill>
                  <a:srgbClr val="5F5F5F"/>
                </a:solidFill>
                <a:latin typeface="Arial" pitchFamily="34" charset="0"/>
              </a:rPr>
              <a:t>Copyright © 2004-2005 NameOfTheOrganization. All rights reserved.</a:t>
            </a:r>
          </a:p>
        </p:txBody>
      </p:sp>
      <p:sp>
        <p:nvSpPr>
          <p:cNvPr id="126982" name="Forme 6"/>
          <p:cNvSpPr txBox="1">
            <a:spLocks noGrp="1" noChangeArrowheads="1"/>
          </p:cNvSpPr>
          <p:nvPr/>
        </p:nvSpPr>
        <p:spPr bwMode="auto">
          <a:xfrm>
            <a:off x="2286000" y="0"/>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lgn="r" eaLnBrk="1" hangingPunct="1">
              <a:spcBef>
                <a:spcPct val="0"/>
              </a:spcBef>
              <a:buClrTx/>
              <a:buFontTx/>
              <a:buNone/>
            </a:pPr>
            <a:r>
              <a:rPr lang="en-US" sz="900">
                <a:solidFill>
                  <a:srgbClr val="5F5F5F"/>
                </a:solidFill>
                <a:latin typeface="Arial" pitchFamily="34" charset="0"/>
              </a:rPr>
              <a:t>[Title of the course]</a:t>
            </a:r>
          </a:p>
        </p:txBody>
      </p:sp>
      <p:sp>
        <p:nvSpPr>
          <p:cNvPr id="126983" name="Rectangle 69633"/>
          <p:cNvSpPr>
            <a:spLocks noGrp="1" noRot="1" noChangeAspect="1" noChangeArrowheads="1" noTextEdit="1"/>
          </p:cNvSpPr>
          <p:nvPr>
            <p:ph type="sldImg"/>
          </p:nvPr>
        </p:nvSpPr>
        <p:spPr>
          <a:noFill/>
          <a:ln cap="flat" algn="ctr">
            <a:headEnd type="none" w="med" len="med"/>
            <a:tailEnd type="none" w="med" len="med"/>
          </a:ln>
        </p:spPr>
      </p:sp>
      <p:sp>
        <p:nvSpPr>
          <p:cNvPr id="126984" name="Rectangle 69634"/>
          <p:cNvSpPr>
            <a:spLocks noGrp="1" noChangeArrowheads="1"/>
          </p:cNvSpPr>
          <p:nvPr>
            <p:ph type="body" idx="1"/>
          </p:nvPr>
        </p:nvSpPr>
        <p:spPr>
          <a:xfrm>
            <a:off x="990600" y="4343400"/>
            <a:ext cx="51816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8" tIns="45719" rIns="91438" bIns="45719"/>
          <a:lstStyle/>
          <a:p>
            <a:pPr eaLnBrk="1" hangingPunct="1"/>
            <a:endParaRPr lang="en-US">
              <a:latin typeface="Arial"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2.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3.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3.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4.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5.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6.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6.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8.bin"/><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3" name="Rectangle 11"/>
          <p:cNvSpPr>
            <a:spLocks noChangeArrowheads="1"/>
          </p:cNvSpPr>
          <p:nvPr/>
        </p:nvSpPr>
        <p:spPr bwMode="auto">
          <a:xfrm>
            <a:off x="0" y="1622425"/>
            <a:ext cx="9144000" cy="2263775"/>
          </a:xfrm>
          <a:prstGeom prst="rect">
            <a:avLst/>
          </a:prstGeom>
          <a:gradFill rotWithShape="1">
            <a:gsLst>
              <a:gs pos="0">
                <a:schemeClr val="accent2">
                  <a:alpha val="75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340995" name="Rectangle 3"/>
          <p:cNvSpPr>
            <a:spLocks noGrp="1" noChangeArrowheads="1"/>
          </p:cNvSpPr>
          <p:nvPr>
            <p:ph type="subTitle" idx="1"/>
          </p:nvPr>
        </p:nvSpPr>
        <p:spPr>
          <a:xfrm>
            <a:off x="2514600" y="3962400"/>
            <a:ext cx="6248400" cy="1447800"/>
          </a:xfrm>
        </p:spPr>
        <p:txBody>
          <a:bodyPr/>
          <a:lstStyle>
            <a:lvl1pPr marL="0" indent="0">
              <a:buFont typeface="Wingdings" pitchFamily="2" charset="2"/>
              <a:buNone/>
              <a:defRPr/>
            </a:lvl1pPr>
          </a:lstStyle>
          <a:p>
            <a:r>
              <a:rPr lang="en-US"/>
              <a:t>Click to edit Master subtitle</a:t>
            </a:r>
          </a:p>
        </p:txBody>
      </p:sp>
      <p:sp>
        <p:nvSpPr>
          <p:cNvPr id="4" name="Rectangle 4"/>
          <p:cNvSpPr>
            <a:spLocks noGrp="1" noChangeArrowheads="1"/>
          </p:cNvSpPr>
          <p:nvPr>
            <p:ph type="ftr" sz="quarter" idx="10"/>
          </p:nvPr>
        </p:nvSpPr>
        <p:spPr>
          <a:xfrm>
            <a:off x="2928938" y="6500813"/>
            <a:ext cx="6357937" cy="357187"/>
          </a:xfrm>
        </p:spPr>
        <p:txBody>
          <a:bodyPr/>
          <a:lstStyle>
            <a:lvl1pPr algn="ctr">
              <a:defRPr sz="900">
                <a:solidFill>
                  <a:schemeClr val="bg2"/>
                </a:solidFill>
              </a:defRPr>
            </a:lvl1pPr>
          </a:lstStyle>
          <a:p>
            <a:pPr>
              <a:defRPr/>
            </a:pPr>
            <a:r>
              <a:rPr lang="it-IT"/>
              <a:t>A.DARIF            SUPMTI / ISI                      2015 / 2016   </a:t>
            </a:r>
            <a:endParaRPr lang="en-US" dirty="0"/>
          </a:p>
        </p:txBody>
      </p:sp>
    </p:spTree>
    <p:extLst>
      <p:ext uri="{BB962C8B-B14F-4D97-AF65-F5344CB8AC3E}">
        <p14:creationId xmlns:p14="http://schemas.microsoft.com/office/powerpoint/2010/main" val="3922795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15029BFB-FBEF-4D30-BB3E-020095688B84}"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3055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DFDBA563-A752-4858-B433-96674A1EA0D2}" type="slidenum">
              <a:rPr lang="fr-FR" sz="1200" smtClean="0"/>
              <a:pPr eaLnBrk="1" hangingPunct="1">
                <a:defRPr/>
              </a:pPr>
              <a:t>‹N°›</a:t>
            </a:fld>
            <a:endParaRPr lang="fr-FR"/>
          </a:p>
        </p:txBody>
      </p:sp>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8"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813068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5EF7DF74-90F2-4E2F-8897-25D965745A7D}"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1044575" y="1524000"/>
            <a:ext cx="3783013"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979988" y="1524000"/>
            <a:ext cx="3783012"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9"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9316018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7"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8"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9624B6F7-B7EA-4C15-A172-C9F6AE498F6A}" type="slidenum">
              <a:rPr lang="fr-FR" sz="1200" smtClean="0"/>
              <a:pPr eaLnBrk="1" hangingPunct="1">
                <a:defRPr/>
              </a:pPr>
              <a:t>‹N°›</a:t>
            </a:fld>
            <a:endParaRPr lang="fr-FR"/>
          </a:p>
        </p:txBody>
      </p:sp>
      <p:sp>
        <p:nvSpPr>
          <p:cNvPr id="2" name="Titre 1"/>
          <p:cNvSpPr>
            <a:spLocks noGrp="1"/>
          </p:cNvSpPr>
          <p:nvPr>
            <p:ph type="title"/>
          </p:nvPr>
        </p:nvSpPr>
        <p:spPr>
          <a:xfrm>
            <a:off x="457200" y="274638"/>
            <a:ext cx="8229600" cy="1143000"/>
          </a:xfrm>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2301581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3"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4"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5"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6"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F2468322-2085-42CD-B38C-A4E3A653E565}"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7"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2831015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3"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4"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55D005ED-8246-4A4A-AEC2-0FA3CB594EA5}" type="slidenum">
              <a:rPr lang="fr-FR" sz="1200" smtClean="0"/>
              <a:pPr eaLnBrk="1" hangingPunct="1">
                <a:defRPr/>
              </a:pPr>
              <a:t>‹N°›</a:t>
            </a:fld>
            <a:endParaRPr lang="fr-FR"/>
          </a:p>
        </p:txBody>
      </p:sp>
      <p:pic>
        <p:nvPicPr>
          <p:cNvPr id="6"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7"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57250"/>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B2433E6E-EF48-429F-A817-1B194D4AE956}" type="slidenum">
              <a:rPr lang="fr-FR" sz="1200" smtClean="0"/>
              <a:pPr eaLnBrk="1" hangingPunct="1">
                <a:defRPr/>
              </a:pPr>
              <a:t>‹N°›</a:t>
            </a:fld>
            <a:endParaRPr lang="fr-FR"/>
          </a:p>
        </p:txBody>
      </p:sp>
      <p:sp>
        <p:nvSpPr>
          <p:cNvPr id="9" name="ZoneTexte 18"/>
          <p:cNvSpPr txBox="1">
            <a:spLocks noChangeArrowheads="1"/>
          </p:cNvSpPr>
          <p:nvPr userDrawn="1"/>
        </p:nvSpPr>
        <p:spPr bwMode="auto">
          <a:xfrm>
            <a:off x="3857625" y="6572250"/>
            <a:ext cx="3429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endParaRPr lang="fr-FR"/>
          </a:p>
        </p:txBody>
      </p:sp>
      <p:sp>
        <p:nvSpPr>
          <p:cNvPr id="10"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3748264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u avec légende">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9BBFF7A5-05E1-455F-B524-5EA9C6B53B9F}" type="slidenum">
              <a:rPr lang="fr-FR" sz="1200" smtClean="0"/>
              <a:pPr eaLnBrk="1" hangingPunct="1">
                <a:defRPr/>
              </a:pPr>
              <a:t>‹N°›</a:t>
            </a:fld>
            <a:endParaRPr lang="fr-FR"/>
          </a:p>
        </p:txBody>
      </p:sp>
      <p:pic>
        <p:nvPicPr>
          <p:cNvPr id="9"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3E7B0DE8-4388-443C-AA94-8C6080F23BCB}" type="slidenum">
              <a:rPr lang="fr-FR" sz="1200" smtClean="0"/>
              <a:pPr eaLnBrk="1" hangingPunct="1">
                <a:defRPr/>
              </a:pPr>
              <a:t>‹N°›</a:t>
            </a:fld>
            <a:endParaRPr lang="fr-F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2"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3113959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162F3AC2-B2A5-499D-9274-52E8EEF2437C}" type="slidenum">
              <a:rPr lang="fr-FR" sz="1200" smtClean="0"/>
              <a:pPr eaLnBrk="1" hangingPunct="1">
                <a:defRPr/>
              </a:pPr>
              <a:t>‹N°›</a:t>
            </a:fld>
            <a:endParaRPr lang="fr-FR"/>
          </a:p>
        </p:txBody>
      </p:sp>
      <p:pic>
        <p:nvPicPr>
          <p:cNvPr id="9"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F155DC7D-EC8E-43FE-811F-F2F7690311C0}" type="slidenum">
              <a:rPr lang="fr-FR" sz="1200" smtClean="0"/>
              <a:pPr eaLnBrk="1" hangingPunct="1">
                <a:defRPr/>
              </a:pPr>
              <a:t>‹N°›</a:t>
            </a:fld>
            <a:endParaRPr lang="fr-FR"/>
          </a:p>
        </p:txBody>
      </p:sp>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2"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3103114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A1A53C39-F0CA-4954-BDCE-BD3B5159CA75}" type="slidenum">
              <a:rPr lang="fr-FR" sz="1200" smtClean="0"/>
              <a:pPr eaLnBrk="1" hangingPunct="1">
                <a:defRPr/>
              </a:pPr>
              <a:t>‹N°›</a:t>
            </a:fld>
            <a:endParaRPr lang="fr-FR"/>
          </a:p>
        </p:txBody>
      </p:sp>
      <p:pic>
        <p:nvPicPr>
          <p:cNvPr id="8"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A44CA4C8-5B65-4E33-B48D-CE9633C3262B}" type="slidenum">
              <a:rPr lang="fr-FR" sz="1200" smtClean="0"/>
              <a:pPr eaLnBrk="1" hangingPunct="1">
                <a:defRPr/>
              </a:pPr>
              <a:t>‹N°›</a:t>
            </a:fld>
            <a:endParaRPr lang="fr-FR"/>
          </a:p>
        </p:txBody>
      </p:sp>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532612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4" name="Rectangle 11"/>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5"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B5A108AA-AF65-4D62-AE5E-6794450F1951}" type="slidenum">
              <a:rPr lang="fr-FR" sz="1200" smtClean="0"/>
              <a:pPr eaLnBrk="1" hangingPunct="1">
                <a:defRPr/>
              </a:pPr>
              <a:t>‹N°›</a:t>
            </a:fld>
            <a:endParaRPr lang="fr-FR"/>
          </a:p>
        </p:txBody>
      </p:sp>
      <p:pic>
        <p:nvPicPr>
          <p:cNvPr id="8"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7"/>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82BCABAC-6C47-4D6B-AD07-B99E9AC43352}" type="slidenum">
              <a:rPr lang="fr-FR" sz="1200" smtClean="0"/>
              <a:pPr eaLnBrk="1" hangingPunct="1">
                <a:defRPr/>
              </a:pPr>
              <a:t>‹N°›</a:t>
            </a:fld>
            <a:endParaRPr lang="fr-FR"/>
          </a:p>
        </p:txBody>
      </p:sp>
      <p:sp>
        <p:nvSpPr>
          <p:cNvPr id="2" name="Titre vertical 1"/>
          <p:cNvSpPr>
            <a:spLocks noGrp="1"/>
          </p:cNvSpPr>
          <p:nvPr>
            <p:ph type="title" orient="vert"/>
          </p:nvPr>
        </p:nvSpPr>
        <p:spPr>
          <a:xfrm>
            <a:off x="6831013" y="19050"/>
            <a:ext cx="1931987" cy="6153150"/>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1033463" y="19050"/>
            <a:ext cx="5645150" cy="61531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1"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1334334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fourObj" preserve="1">
  <p:cSld name="Titre et 4 contenus">
    <p:spTree>
      <p:nvGrpSpPr>
        <p:cNvPr id="1" name=""/>
        <p:cNvGrpSpPr/>
        <p:nvPr/>
      </p:nvGrpSpPr>
      <p:grpSpPr>
        <a:xfrm>
          <a:off x="0" y="0"/>
          <a:ext cx="0" cy="0"/>
          <a:chOff x="0" y="0"/>
          <a:chExt cx="0" cy="0"/>
        </a:xfrm>
      </p:grpSpPr>
      <p:sp>
        <p:nvSpPr>
          <p:cNvPr id="7"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8"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15D64568-981B-4373-AC11-C36239B553DA}" type="slidenum">
              <a:rPr lang="fr-FR" sz="1200" smtClean="0"/>
              <a:pPr eaLnBrk="1" hangingPunct="1">
                <a:defRPr/>
              </a:pPr>
              <a:t>‹N°›</a:t>
            </a:fld>
            <a:endParaRPr lang="fr-FR"/>
          </a:p>
        </p:txBody>
      </p:sp>
      <p:pic>
        <p:nvPicPr>
          <p:cNvPr id="11"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4" name="ZoneTexte 18"/>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3AEC9F02-8532-4E49-9AD5-7B08B09A1B7D}" type="slidenum">
              <a:rPr lang="fr-FR" sz="1200" smtClean="0"/>
              <a:pPr eaLnBrk="1" hangingPunct="1">
                <a:defRPr/>
              </a:pPr>
              <a:t>‹N°›</a:t>
            </a:fld>
            <a:endParaRPr lang="fr-FR"/>
          </a:p>
        </p:txBody>
      </p:sp>
      <p:sp>
        <p:nvSpPr>
          <p:cNvPr id="2" name="Titre 1"/>
          <p:cNvSpPr>
            <a:spLocks noGrp="1"/>
          </p:cNvSpPr>
          <p:nvPr>
            <p:ph type="title" sz="quarter"/>
          </p:nvPr>
        </p:nvSpPr>
        <p:spPr>
          <a:xfrm>
            <a:off x="1033463" y="19050"/>
            <a:ext cx="7729537" cy="838200"/>
          </a:xfrm>
        </p:spPr>
        <p:txBody>
          <a:bodyPr/>
          <a:lstStyle/>
          <a:p>
            <a:r>
              <a:rPr lang="fr-FR" dirty="0"/>
              <a:t>Cliquez pour modifier le style du titre</a:t>
            </a:r>
          </a:p>
        </p:txBody>
      </p:sp>
      <p:sp>
        <p:nvSpPr>
          <p:cNvPr id="3" name="Espace réservé du contenu 2"/>
          <p:cNvSpPr>
            <a:spLocks noGrp="1"/>
          </p:cNvSpPr>
          <p:nvPr>
            <p:ph sz="quarter" idx="1"/>
          </p:nvPr>
        </p:nvSpPr>
        <p:spPr>
          <a:xfrm>
            <a:off x="1044575" y="1524000"/>
            <a:ext cx="3783013" cy="22479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u contenu 3"/>
          <p:cNvSpPr>
            <a:spLocks noGrp="1"/>
          </p:cNvSpPr>
          <p:nvPr>
            <p:ph sz="quarter" idx="2"/>
          </p:nvPr>
        </p:nvSpPr>
        <p:spPr>
          <a:xfrm>
            <a:off x="4979988" y="1524000"/>
            <a:ext cx="3783012" cy="22479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5" name="Espace réservé du contenu 4"/>
          <p:cNvSpPr>
            <a:spLocks noGrp="1"/>
          </p:cNvSpPr>
          <p:nvPr>
            <p:ph sz="quarter" idx="3"/>
          </p:nvPr>
        </p:nvSpPr>
        <p:spPr>
          <a:xfrm>
            <a:off x="1044575" y="3924300"/>
            <a:ext cx="3783013" cy="2247900"/>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6" name="Espace réservé du contenu 5"/>
          <p:cNvSpPr>
            <a:spLocks noGrp="1"/>
          </p:cNvSpPr>
          <p:nvPr>
            <p:ph sz="quarter" idx="4"/>
          </p:nvPr>
        </p:nvSpPr>
        <p:spPr>
          <a:xfrm>
            <a:off x="4979988" y="3924300"/>
            <a:ext cx="3783012" cy="2247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5" name="Rectangle 4"/>
          <p:cNvSpPr>
            <a:spLocks noGrp="1" noChangeArrowheads="1"/>
          </p:cNvSpPr>
          <p:nvPr>
            <p:ph type="ftr" sz="quarter" idx="10"/>
          </p:nvPr>
        </p:nvSpPr>
        <p:spPr>
          <a:xfrm rot="16200000">
            <a:off x="-2004219" y="4496594"/>
            <a:ext cx="4365625" cy="357188"/>
          </a:xfrm>
        </p:spPr>
        <p:txBody>
          <a:bodyPr/>
          <a:lstStyle>
            <a:lvl1pPr algn="ctr">
              <a:defRPr sz="900" b="1">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2673617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AndTwoObj" preserve="1">
  <p:cSld name="Titre. Texte et 2 contenus">
    <p:spTree>
      <p:nvGrpSpPr>
        <p:cNvPr id="1" name=""/>
        <p:cNvGrpSpPr/>
        <p:nvPr/>
      </p:nvGrpSpPr>
      <p:grpSpPr>
        <a:xfrm>
          <a:off x="0" y="0"/>
          <a:ext cx="0" cy="0"/>
          <a:chOff x="0" y="0"/>
          <a:chExt cx="0" cy="0"/>
        </a:xfrm>
      </p:grpSpPr>
      <p:sp>
        <p:nvSpPr>
          <p:cNvPr id="6"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7"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8"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48C67F8F-74B9-4EDF-B158-7B0FAC5A53B5}" type="slidenum">
              <a:rPr lang="fr-FR" sz="1200" smtClean="0"/>
              <a:pPr eaLnBrk="1" hangingPunct="1">
                <a:defRPr/>
              </a:pPr>
              <a:t>‹N°›</a:t>
            </a:fld>
            <a:endParaRPr lang="fr-FR"/>
          </a:p>
        </p:txBody>
      </p:sp>
      <p:pic>
        <p:nvPicPr>
          <p:cNvPr id="10"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1"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ZoneTexte 18"/>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2DF22047-59A0-4168-A910-65324593CA79}" type="slidenum">
              <a:rPr lang="fr-FR" sz="1200" smtClean="0"/>
              <a:pPr eaLnBrk="1" hangingPunct="1">
                <a:defRPr/>
              </a:pPr>
              <a:t>‹N°›</a:t>
            </a:fld>
            <a:endParaRPr lang="fr-FR"/>
          </a:p>
        </p:txBody>
      </p:sp>
      <p:sp>
        <p:nvSpPr>
          <p:cNvPr id="2" name="Titre 1"/>
          <p:cNvSpPr>
            <a:spLocks noGrp="1"/>
          </p:cNvSpPr>
          <p:nvPr>
            <p:ph type="title"/>
          </p:nvPr>
        </p:nvSpPr>
        <p:spPr>
          <a:xfrm>
            <a:off x="1033463" y="19050"/>
            <a:ext cx="7729537" cy="838200"/>
          </a:xfrm>
        </p:spPr>
        <p:txBody>
          <a:bodyPr/>
          <a:lstStyle/>
          <a:p>
            <a:r>
              <a:rPr lang="fr-FR"/>
              <a:t>Cliquez pour modifier le style du titre</a:t>
            </a:r>
          </a:p>
        </p:txBody>
      </p:sp>
      <p:sp>
        <p:nvSpPr>
          <p:cNvPr id="3" name="Espace réservé du texte 2"/>
          <p:cNvSpPr>
            <a:spLocks noGrp="1"/>
          </p:cNvSpPr>
          <p:nvPr>
            <p:ph type="body" sz="half" idx="1"/>
          </p:nvPr>
        </p:nvSpPr>
        <p:spPr>
          <a:xfrm>
            <a:off x="1044575" y="1524000"/>
            <a:ext cx="3783013"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4979988" y="1524000"/>
            <a:ext cx="3783012" cy="2247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4979988" y="3924300"/>
            <a:ext cx="3783012" cy="2247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23232078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AndObj" preserve="1">
  <p:cSld name="Titre. Texte et contenu">
    <p:spTree>
      <p:nvGrpSpPr>
        <p:cNvPr id="1" name=""/>
        <p:cNvGrpSpPr/>
        <p:nvPr/>
      </p:nvGrpSpPr>
      <p:grpSpPr>
        <a:xfrm>
          <a:off x="0" y="0"/>
          <a:ext cx="0" cy="0"/>
          <a:chOff x="0" y="0"/>
          <a:chExt cx="0" cy="0"/>
        </a:xfrm>
      </p:grpSpPr>
      <p:sp>
        <p:nvSpPr>
          <p:cNvPr id="5"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graphicFrame>
        <p:nvGraphicFramePr>
          <p:cNvPr id="6"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2" imgW="939641" imgH="876776" progId="CorelDRAW.Graphic.12">
                  <p:embed/>
                </p:oleObj>
              </mc:Choice>
              <mc:Fallback>
                <p:oleObj name="CorelDRAW" r:id="rId2" imgW="939641" imgH="876776" progId="CorelDRAW.Graphic.12">
                  <p:embed/>
                  <p:pic>
                    <p:nvPicPr>
                      <p:cNvPr id="0" n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7"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78581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ZoneTexte 14"/>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0E7A700B-97D6-4163-A6F7-8EE87B4EB278}" type="slidenum">
              <a:rPr lang="fr-FR" sz="1200" smtClean="0"/>
              <a:pPr eaLnBrk="1" hangingPunct="1">
                <a:defRPr/>
              </a:pPr>
              <a:t>‹N°›</a:t>
            </a:fld>
            <a:endParaRPr lang="fr-FR"/>
          </a:p>
        </p:txBody>
      </p:sp>
      <p:pic>
        <p:nvPicPr>
          <p:cNvPr id="9" name="Picture 2"/>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0" y="884238"/>
            <a:ext cx="500063"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0" name="Picture 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0" y="911225"/>
            <a:ext cx="785813" cy="594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0" y="871538"/>
            <a:ext cx="428625" cy="600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2" name="ZoneTexte 18"/>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BA907B2D-6974-4545-B9CB-AE9751548D3D}" type="slidenum">
              <a:rPr lang="fr-FR" sz="1200" smtClean="0"/>
              <a:pPr eaLnBrk="1" hangingPunct="1">
                <a:defRPr/>
              </a:pPr>
              <a:t>‹N°›</a:t>
            </a:fld>
            <a:endParaRPr lang="fr-FR"/>
          </a:p>
        </p:txBody>
      </p:sp>
      <p:sp>
        <p:nvSpPr>
          <p:cNvPr id="2" name="Titre 1"/>
          <p:cNvSpPr>
            <a:spLocks noGrp="1"/>
          </p:cNvSpPr>
          <p:nvPr>
            <p:ph type="title"/>
          </p:nvPr>
        </p:nvSpPr>
        <p:spPr>
          <a:xfrm>
            <a:off x="1033463" y="19050"/>
            <a:ext cx="7729537" cy="838200"/>
          </a:xfrm>
        </p:spPr>
        <p:txBody>
          <a:bodyPr/>
          <a:lstStyle/>
          <a:p>
            <a:r>
              <a:rPr lang="fr-FR"/>
              <a:t>Cliquez pour modifier le style du titre</a:t>
            </a:r>
          </a:p>
        </p:txBody>
      </p:sp>
      <p:sp>
        <p:nvSpPr>
          <p:cNvPr id="3" name="Espace réservé du texte 2"/>
          <p:cNvSpPr>
            <a:spLocks noGrp="1"/>
          </p:cNvSpPr>
          <p:nvPr>
            <p:ph type="body" sz="half" idx="1"/>
          </p:nvPr>
        </p:nvSpPr>
        <p:spPr>
          <a:xfrm>
            <a:off x="1044575" y="1524000"/>
            <a:ext cx="3783013"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979988" y="1524000"/>
            <a:ext cx="3783012" cy="46482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Rectangle 4"/>
          <p:cNvSpPr>
            <a:spLocks noGrp="1" noChangeArrowheads="1"/>
          </p:cNvSpPr>
          <p:nvPr>
            <p:ph type="ftr" sz="quarter" idx="10"/>
          </p:nvPr>
        </p:nvSpPr>
        <p:spPr>
          <a:xfrm rot="16200000">
            <a:off x="-2004219" y="4496594"/>
            <a:ext cx="4365625" cy="357188"/>
          </a:xfrm>
        </p:spPr>
        <p:txBody>
          <a:bodyPr/>
          <a:lstStyle>
            <a:lvl1pPr algn="ctr">
              <a:defRPr sz="900">
                <a:solidFill>
                  <a:schemeClr val="bg2"/>
                </a:solidFill>
              </a:defRPr>
            </a:lvl1pPr>
          </a:lstStyle>
          <a:p>
            <a:pPr>
              <a:defRPr/>
            </a:pPr>
            <a:r>
              <a:rPr lang="it-IT"/>
              <a:t>Pr: Anouar DARIF                        Master STRI                    FPBM                         </a:t>
            </a:r>
            <a:endParaRPr lang="en-US"/>
          </a:p>
        </p:txBody>
      </p:sp>
    </p:spTree>
    <p:extLst>
      <p:ext uri="{BB962C8B-B14F-4D97-AF65-F5344CB8AC3E}">
        <p14:creationId xmlns:p14="http://schemas.microsoft.com/office/powerpoint/2010/main" val="1989274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pour modifier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Cliquez pour modifier le style des sous-titres du masque</a:t>
            </a:r>
          </a:p>
        </p:txBody>
      </p:sp>
      <p:sp>
        <p:nvSpPr>
          <p:cNvPr id="4" name="Espace réservé de la date 3"/>
          <p:cNvSpPr>
            <a:spLocks noGrp="1"/>
          </p:cNvSpPr>
          <p:nvPr>
            <p:ph type="dt" sz="half" idx="10"/>
          </p:nvPr>
        </p:nvSpPr>
        <p:spPr/>
        <p:txBody>
          <a:bodyPr/>
          <a:lstStyle>
            <a:lvl1pPr>
              <a:defRPr/>
            </a:lvl1pPr>
          </a:lstStyle>
          <a:p>
            <a:pPr>
              <a:defRPr/>
            </a:pPr>
            <a:fld id="{F1C03189-2D6F-4F7F-92E2-27DED84C03EC}" type="datetimeFigureOut">
              <a:rPr lang="fr-FR"/>
              <a:pPr>
                <a:defRPr/>
              </a:pPr>
              <a:t>10/02/2025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99E9FCC-641A-438B-804E-07E95E82F4A6}" type="slidenum">
              <a:rPr lang="fr-FR"/>
              <a:pPr>
                <a:defRPr/>
              </a:pPr>
              <a:t>‹N°›</a:t>
            </a:fld>
            <a:endParaRPr lang="fr-FR"/>
          </a:p>
        </p:txBody>
      </p:sp>
    </p:spTree>
    <p:extLst>
      <p:ext uri="{BB962C8B-B14F-4D97-AF65-F5344CB8AC3E}">
        <p14:creationId xmlns:p14="http://schemas.microsoft.com/office/powerpoint/2010/main" val="31018111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fld id="{7E5F793D-361E-4CC2-9F91-A759C3247CE1}" type="datetimeFigureOut">
              <a:rPr lang="fr-FR"/>
              <a:pPr>
                <a:defRPr/>
              </a:pPr>
              <a:t>10/02/2025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71DCF539-D986-4CEB-A9F9-C83AF4FBEBE0}" type="slidenum">
              <a:rPr lang="fr-FR"/>
              <a:pPr>
                <a:defRPr/>
              </a:pPr>
              <a:t>‹N°›</a:t>
            </a:fld>
            <a:endParaRPr lang="fr-FR"/>
          </a:p>
        </p:txBody>
      </p:sp>
    </p:spTree>
    <p:extLst>
      <p:ext uri="{BB962C8B-B14F-4D97-AF65-F5344CB8AC3E}">
        <p14:creationId xmlns:p14="http://schemas.microsoft.com/office/powerpoint/2010/main" val="1990291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pour modifier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lvl1pPr>
              <a:defRPr/>
            </a:lvl1pPr>
          </a:lstStyle>
          <a:p>
            <a:pPr>
              <a:defRPr/>
            </a:pPr>
            <a:fld id="{5D4A93DB-DAAF-4665-B2EC-219D34FA765D}" type="datetimeFigureOut">
              <a:rPr lang="fr-FR"/>
              <a:pPr>
                <a:defRPr/>
              </a:pPr>
              <a:t>10/02/2025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9F6DC89-5E99-4F46-9962-0A121D29F8EF}" type="slidenum">
              <a:rPr lang="fr-FR"/>
              <a:pPr>
                <a:defRPr/>
              </a:pPr>
              <a:t>‹N°›</a:t>
            </a:fld>
            <a:endParaRPr lang="fr-FR"/>
          </a:p>
        </p:txBody>
      </p:sp>
    </p:spTree>
    <p:extLst>
      <p:ext uri="{BB962C8B-B14F-4D97-AF65-F5344CB8AC3E}">
        <p14:creationId xmlns:p14="http://schemas.microsoft.com/office/powerpoint/2010/main" val="32904996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3"/>
          <p:cNvSpPr>
            <a:spLocks noGrp="1"/>
          </p:cNvSpPr>
          <p:nvPr>
            <p:ph type="dt" sz="half" idx="10"/>
          </p:nvPr>
        </p:nvSpPr>
        <p:spPr/>
        <p:txBody>
          <a:bodyPr/>
          <a:lstStyle>
            <a:lvl1pPr>
              <a:defRPr/>
            </a:lvl1pPr>
          </a:lstStyle>
          <a:p>
            <a:pPr>
              <a:defRPr/>
            </a:pPr>
            <a:fld id="{17CFF4FD-CC35-4CFC-857A-E01051D6200D}" type="datetimeFigureOut">
              <a:rPr lang="fr-FR"/>
              <a:pPr>
                <a:defRPr/>
              </a:pPr>
              <a:t>10/02/2025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9BA426FE-E43A-4B8B-8876-139C53E86D02}" type="slidenum">
              <a:rPr lang="fr-FR"/>
              <a:pPr>
                <a:defRPr/>
              </a:pPr>
              <a:t>‹N°›</a:t>
            </a:fld>
            <a:endParaRPr lang="fr-FR"/>
          </a:p>
        </p:txBody>
      </p:sp>
    </p:spTree>
    <p:extLst>
      <p:ext uri="{BB962C8B-B14F-4D97-AF65-F5344CB8AC3E}">
        <p14:creationId xmlns:p14="http://schemas.microsoft.com/office/powerpoint/2010/main" val="39248486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3"/>
          <p:cNvSpPr>
            <a:spLocks noGrp="1"/>
          </p:cNvSpPr>
          <p:nvPr>
            <p:ph type="dt" sz="half" idx="10"/>
          </p:nvPr>
        </p:nvSpPr>
        <p:spPr/>
        <p:txBody>
          <a:bodyPr/>
          <a:lstStyle>
            <a:lvl1pPr>
              <a:defRPr/>
            </a:lvl1pPr>
          </a:lstStyle>
          <a:p>
            <a:pPr>
              <a:defRPr/>
            </a:pPr>
            <a:fld id="{20267331-7B5F-4B1B-A137-090B7D805462}" type="datetimeFigureOut">
              <a:rPr lang="fr-FR"/>
              <a:pPr>
                <a:defRPr/>
              </a:pPr>
              <a:t>10/02/2025</a:t>
            </a:fld>
            <a:endParaRPr lang="fr-FR"/>
          </a:p>
        </p:txBody>
      </p:sp>
      <p:sp>
        <p:nvSpPr>
          <p:cNvPr id="8" name="Espace réservé du pied de page 4"/>
          <p:cNvSpPr>
            <a:spLocks noGrp="1"/>
          </p:cNvSpPr>
          <p:nvPr>
            <p:ph type="ftr" sz="quarter" idx="11"/>
          </p:nvPr>
        </p:nvSpPr>
        <p:spPr/>
        <p:txBody>
          <a:bodyPr/>
          <a:lstStyle>
            <a:lvl1pPr>
              <a:defRPr/>
            </a:lvl1pPr>
          </a:lstStyle>
          <a:p>
            <a:pPr>
              <a:defRPr/>
            </a:pPr>
            <a:endParaRPr lang="fr-FR"/>
          </a:p>
        </p:txBody>
      </p:sp>
      <p:sp>
        <p:nvSpPr>
          <p:cNvPr id="9" name="Espace réservé du numéro de diapositive 5"/>
          <p:cNvSpPr>
            <a:spLocks noGrp="1"/>
          </p:cNvSpPr>
          <p:nvPr>
            <p:ph type="sldNum" sz="quarter" idx="12"/>
          </p:nvPr>
        </p:nvSpPr>
        <p:spPr/>
        <p:txBody>
          <a:bodyPr/>
          <a:lstStyle>
            <a:lvl1pPr>
              <a:defRPr/>
            </a:lvl1pPr>
          </a:lstStyle>
          <a:p>
            <a:pPr>
              <a:defRPr/>
            </a:pPr>
            <a:fld id="{9A22F584-B978-4865-8795-69ACF30645F5}" type="slidenum">
              <a:rPr lang="fr-FR"/>
              <a:pPr>
                <a:defRPr/>
              </a:pPr>
              <a:t>‹N°›</a:t>
            </a:fld>
            <a:endParaRPr lang="fr-FR"/>
          </a:p>
        </p:txBody>
      </p:sp>
    </p:spTree>
    <p:extLst>
      <p:ext uri="{BB962C8B-B14F-4D97-AF65-F5344CB8AC3E}">
        <p14:creationId xmlns:p14="http://schemas.microsoft.com/office/powerpoint/2010/main" val="41979052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e la date 3"/>
          <p:cNvSpPr>
            <a:spLocks noGrp="1"/>
          </p:cNvSpPr>
          <p:nvPr>
            <p:ph type="dt" sz="half" idx="10"/>
          </p:nvPr>
        </p:nvSpPr>
        <p:spPr/>
        <p:txBody>
          <a:bodyPr/>
          <a:lstStyle>
            <a:lvl1pPr>
              <a:defRPr/>
            </a:lvl1pPr>
          </a:lstStyle>
          <a:p>
            <a:pPr>
              <a:defRPr/>
            </a:pPr>
            <a:fld id="{1A2065E6-3CA9-4A3D-A465-C7AE70BB2C71}" type="datetimeFigureOut">
              <a:rPr lang="fr-FR"/>
              <a:pPr>
                <a:defRPr/>
              </a:pPr>
              <a:t>10/02/2025</a:t>
            </a:fld>
            <a:endParaRPr lang="fr-FR"/>
          </a:p>
        </p:txBody>
      </p:sp>
      <p:sp>
        <p:nvSpPr>
          <p:cNvPr id="4" name="Espace réservé du pied de page 4"/>
          <p:cNvSpPr>
            <a:spLocks noGrp="1"/>
          </p:cNvSpPr>
          <p:nvPr>
            <p:ph type="ftr" sz="quarter" idx="11"/>
          </p:nvPr>
        </p:nvSpPr>
        <p:spPr/>
        <p:txBody>
          <a:bodyPr/>
          <a:lstStyle>
            <a:lvl1pPr>
              <a:defRPr/>
            </a:lvl1pPr>
          </a:lstStyle>
          <a:p>
            <a:pPr>
              <a:defRPr/>
            </a:pPr>
            <a:endParaRPr lang="fr-FR"/>
          </a:p>
        </p:txBody>
      </p:sp>
      <p:sp>
        <p:nvSpPr>
          <p:cNvPr id="5" name="Espace réservé du numéro de diapositive 5"/>
          <p:cNvSpPr>
            <a:spLocks noGrp="1"/>
          </p:cNvSpPr>
          <p:nvPr>
            <p:ph type="sldNum" sz="quarter" idx="12"/>
          </p:nvPr>
        </p:nvSpPr>
        <p:spPr/>
        <p:txBody>
          <a:bodyPr/>
          <a:lstStyle>
            <a:lvl1pPr>
              <a:defRPr/>
            </a:lvl1pPr>
          </a:lstStyle>
          <a:p>
            <a:pPr>
              <a:defRPr/>
            </a:pPr>
            <a:fld id="{E3A35DBC-1028-44D0-827F-E70CE1E6F912}" type="slidenum">
              <a:rPr lang="fr-FR"/>
              <a:pPr>
                <a:defRPr/>
              </a:pPr>
              <a:t>‹N°›</a:t>
            </a:fld>
            <a:endParaRPr lang="fr-FR"/>
          </a:p>
        </p:txBody>
      </p:sp>
    </p:spTree>
    <p:extLst>
      <p:ext uri="{BB962C8B-B14F-4D97-AF65-F5344CB8AC3E}">
        <p14:creationId xmlns:p14="http://schemas.microsoft.com/office/powerpoint/2010/main" val="207782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3"/>
          <p:cNvSpPr>
            <a:spLocks noGrp="1"/>
          </p:cNvSpPr>
          <p:nvPr>
            <p:ph type="dt" sz="half" idx="10"/>
          </p:nvPr>
        </p:nvSpPr>
        <p:spPr/>
        <p:txBody>
          <a:bodyPr/>
          <a:lstStyle>
            <a:lvl1pPr>
              <a:defRPr/>
            </a:lvl1pPr>
          </a:lstStyle>
          <a:p>
            <a:pPr>
              <a:defRPr/>
            </a:pPr>
            <a:fld id="{477F5112-414F-495F-92C3-E6CA02A2A680}" type="datetimeFigureOut">
              <a:rPr lang="fr-FR"/>
              <a:pPr>
                <a:defRPr/>
              </a:pPr>
              <a:t>10/02/2025</a:t>
            </a:fld>
            <a:endParaRPr lang="fr-FR"/>
          </a:p>
        </p:txBody>
      </p:sp>
      <p:sp>
        <p:nvSpPr>
          <p:cNvPr id="3" name="Espace réservé du pied de page 4"/>
          <p:cNvSpPr>
            <a:spLocks noGrp="1"/>
          </p:cNvSpPr>
          <p:nvPr>
            <p:ph type="ftr" sz="quarter" idx="11"/>
          </p:nvPr>
        </p:nvSpPr>
        <p:spPr/>
        <p:txBody>
          <a:bodyPr/>
          <a:lstStyle>
            <a:lvl1pPr>
              <a:defRPr/>
            </a:lvl1pPr>
          </a:lstStyle>
          <a:p>
            <a:pPr>
              <a:defRPr/>
            </a:pPr>
            <a:endParaRPr lang="fr-FR"/>
          </a:p>
        </p:txBody>
      </p:sp>
      <p:sp>
        <p:nvSpPr>
          <p:cNvPr id="4" name="Espace réservé du numéro de diapositive 5"/>
          <p:cNvSpPr>
            <a:spLocks noGrp="1"/>
          </p:cNvSpPr>
          <p:nvPr>
            <p:ph type="sldNum" sz="quarter" idx="12"/>
          </p:nvPr>
        </p:nvSpPr>
        <p:spPr/>
        <p:txBody>
          <a:bodyPr/>
          <a:lstStyle>
            <a:lvl1pPr>
              <a:defRPr/>
            </a:lvl1pPr>
          </a:lstStyle>
          <a:p>
            <a:pPr>
              <a:defRPr/>
            </a:pPr>
            <a:fld id="{092C1060-AF9F-4CC6-8871-C684D1875A4E}" type="slidenum">
              <a:rPr lang="fr-FR"/>
              <a:pPr>
                <a:defRPr/>
              </a:pPr>
              <a:t>‹N°›</a:t>
            </a:fld>
            <a:endParaRPr lang="fr-FR"/>
          </a:p>
        </p:txBody>
      </p:sp>
    </p:spTree>
    <p:extLst>
      <p:ext uri="{BB962C8B-B14F-4D97-AF65-F5344CB8AC3E}">
        <p14:creationId xmlns:p14="http://schemas.microsoft.com/office/powerpoint/2010/main" val="1273581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pour modifier le style du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3"/>
          <p:cNvSpPr>
            <a:spLocks noGrp="1"/>
          </p:cNvSpPr>
          <p:nvPr>
            <p:ph type="dt" sz="half" idx="10"/>
          </p:nvPr>
        </p:nvSpPr>
        <p:spPr/>
        <p:txBody>
          <a:bodyPr/>
          <a:lstStyle>
            <a:lvl1pPr>
              <a:defRPr/>
            </a:lvl1pPr>
          </a:lstStyle>
          <a:p>
            <a:pPr>
              <a:defRPr/>
            </a:pPr>
            <a:fld id="{50502E6A-60B6-47B0-94FF-E769958AFBC8}" type="datetimeFigureOut">
              <a:rPr lang="fr-FR"/>
              <a:pPr>
                <a:defRPr/>
              </a:pPr>
              <a:t>10/02/2025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65AE1A49-646A-479E-BE64-B4A76E900FD3}" type="slidenum">
              <a:rPr lang="fr-FR"/>
              <a:pPr>
                <a:defRPr/>
              </a:pPr>
              <a:t>‹N°›</a:t>
            </a:fld>
            <a:endParaRPr lang="fr-FR"/>
          </a:p>
        </p:txBody>
      </p:sp>
    </p:spTree>
    <p:extLst>
      <p:ext uri="{BB962C8B-B14F-4D97-AF65-F5344CB8AC3E}">
        <p14:creationId xmlns:p14="http://schemas.microsoft.com/office/powerpoint/2010/main" val="40336511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pour modifier le style du titre</a:t>
            </a:r>
          </a:p>
        </p:txBody>
      </p:sp>
      <p:sp>
        <p:nvSpPr>
          <p:cNvPr id="3" name="Espace réservé pour une imag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3"/>
          <p:cNvSpPr>
            <a:spLocks noGrp="1"/>
          </p:cNvSpPr>
          <p:nvPr>
            <p:ph type="dt" sz="half" idx="10"/>
          </p:nvPr>
        </p:nvSpPr>
        <p:spPr/>
        <p:txBody>
          <a:bodyPr/>
          <a:lstStyle>
            <a:lvl1pPr>
              <a:defRPr/>
            </a:lvl1pPr>
          </a:lstStyle>
          <a:p>
            <a:pPr>
              <a:defRPr/>
            </a:pPr>
            <a:fld id="{7C064C3E-4E1C-47C4-954B-EDBB42351B16}" type="datetimeFigureOut">
              <a:rPr lang="fr-FR"/>
              <a:pPr>
                <a:defRPr/>
              </a:pPr>
              <a:t>10/02/2025</a:t>
            </a:fld>
            <a:endParaRPr lang="fr-FR"/>
          </a:p>
        </p:txBody>
      </p:sp>
      <p:sp>
        <p:nvSpPr>
          <p:cNvPr id="6" name="Espace réservé du pied de page 4"/>
          <p:cNvSpPr>
            <a:spLocks noGrp="1"/>
          </p:cNvSpPr>
          <p:nvPr>
            <p:ph type="ftr" sz="quarter" idx="11"/>
          </p:nvPr>
        </p:nvSpPr>
        <p:spPr/>
        <p:txBody>
          <a:bodyPr/>
          <a:lstStyle>
            <a:lvl1pPr>
              <a:defRPr/>
            </a:lvl1pPr>
          </a:lstStyle>
          <a:p>
            <a:pPr>
              <a:defRPr/>
            </a:pPr>
            <a:endParaRPr lang="fr-FR"/>
          </a:p>
        </p:txBody>
      </p:sp>
      <p:sp>
        <p:nvSpPr>
          <p:cNvPr id="7" name="Espace réservé du numéro de diapositive 5"/>
          <p:cNvSpPr>
            <a:spLocks noGrp="1"/>
          </p:cNvSpPr>
          <p:nvPr>
            <p:ph type="sldNum" sz="quarter" idx="12"/>
          </p:nvPr>
        </p:nvSpPr>
        <p:spPr/>
        <p:txBody>
          <a:bodyPr/>
          <a:lstStyle>
            <a:lvl1pPr>
              <a:defRPr/>
            </a:lvl1pPr>
          </a:lstStyle>
          <a:p>
            <a:pPr>
              <a:defRPr/>
            </a:pPr>
            <a:fld id="{0A552709-DE1C-47B0-A148-351B4C8EC553}" type="slidenum">
              <a:rPr lang="fr-FR"/>
              <a:pPr>
                <a:defRPr/>
              </a:pPr>
              <a:t>‹N°›</a:t>
            </a:fld>
            <a:endParaRPr lang="fr-FR"/>
          </a:p>
        </p:txBody>
      </p:sp>
    </p:spTree>
    <p:extLst>
      <p:ext uri="{BB962C8B-B14F-4D97-AF65-F5344CB8AC3E}">
        <p14:creationId xmlns:p14="http://schemas.microsoft.com/office/powerpoint/2010/main" val="19242089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fld id="{DA2D2C6B-A6CA-4765-AB5E-D31C701C3F0A}" type="datetimeFigureOut">
              <a:rPr lang="fr-FR"/>
              <a:pPr>
                <a:defRPr/>
              </a:pPr>
              <a:t>10/02/2025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EC413BD7-F63E-4978-80F4-F5ED0225CD69}" type="slidenum">
              <a:rPr lang="fr-FR"/>
              <a:pPr>
                <a:defRPr/>
              </a:pPr>
              <a:t>‹N°›</a:t>
            </a:fld>
            <a:endParaRPr lang="fr-FR"/>
          </a:p>
        </p:txBody>
      </p:sp>
    </p:spTree>
    <p:extLst>
      <p:ext uri="{BB962C8B-B14F-4D97-AF65-F5344CB8AC3E}">
        <p14:creationId xmlns:p14="http://schemas.microsoft.com/office/powerpoint/2010/main" val="369362295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38"/>
            <a:ext cx="2057400" cy="5851525"/>
          </a:xfrm>
        </p:spPr>
        <p:txBody>
          <a:bodyPr vert="eaVert"/>
          <a:lstStyle/>
          <a:p>
            <a:r>
              <a:rPr lang="fr-FR"/>
              <a:t>Cliquez pour modifier le style du titre</a:t>
            </a:r>
          </a:p>
        </p:txBody>
      </p:sp>
      <p:sp>
        <p:nvSpPr>
          <p:cNvPr id="3" name="Espace réservé du texte vertical 2"/>
          <p:cNvSpPr>
            <a:spLocks noGrp="1"/>
          </p:cNvSpPr>
          <p:nvPr>
            <p:ph type="body" orient="vert" idx="1"/>
          </p:nvPr>
        </p:nvSpPr>
        <p:spPr>
          <a:xfrm>
            <a:off x="457200" y="274638"/>
            <a:ext cx="6019800" cy="58515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lvl1pPr>
              <a:defRPr/>
            </a:lvl1pPr>
          </a:lstStyle>
          <a:p>
            <a:pPr>
              <a:defRPr/>
            </a:pPr>
            <a:fld id="{68239268-3A60-47ED-BD3A-7CBA41E768D8}" type="datetimeFigureOut">
              <a:rPr lang="fr-FR"/>
              <a:pPr>
                <a:defRPr/>
              </a:pPr>
              <a:t>10/02/2025</a:t>
            </a:fld>
            <a:endParaRPr lang="fr-FR"/>
          </a:p>
        </p:txBody>
      </p:sp>
      <p:sp>
        <p:nvSpPr>
          <p:cNvPr id="5" name="Espace réservé du pied de page 4"/>
          <p:cNvSpPr>
            <a:spLocks noGrp="1"/>
          </p:cNvSpPr>
          <p:nvPr>
            <p:ph type="ftr" sz="quarter" idx="11"/>
          </p:nvPr>
        </p:nvSpPr>
        <p:spPr/>
        <p:txBody>
          <a:bodyPr/>
          <a:lstStyle>
            <a:lvl1pPr>
              <a:defRPr/>
            </a:lvl1pPr>
          </a:lstStyle>
          <a:p>
            <a:pPr>
              <a:defRPr/>
            </a:pPr>
            <a:endParaRPr lang="fr-FR"/>
          </a:p>
        </p:txBody>
      </p:sp>
      <p:sp>
        <p:nvSpPr>
          <p:cNvPr id="6" name="Espace réservé du numéro de diapositive 5"/>
          <p:cNvSpPr>
            <a:spLocks noGrp="1"/>
          </p:cNvSpPr>
          <p:nvPr>
            <p:ph type="sldNum" sz="quarter" idx="12"/>
          </p:nvPr>
        </p:nvSpPr>
        <p:spPr/>
        <p:txBody>
          <a:bodyPr/>
          <a:lstStyle>
            <a:lvl1pPr>
              <a:defRPr/>
            </a:lvl1pPr>
          </a:lstStyle>
          <a:p>
            <a:pPr>
              <a:defRPr/>
            </a:pPr>
            <a:fld id="{3B4EAB25-D815-461A-B892-938691017F29}" type="slidenum">
              <a:rPr lang="fr-FR"/>
              <a:pPr>
                <a:defRPr/>
              </a:pPr>
              <a:t>‹N°›</a:t>
            </a:fld>
            <a:endParaRPr lang="fr-FR"/>
          </a:p>
        </p:txBody>
      </p:sp>
    </p:spTree>
    <p:extLst>
      <p:ext uri="{BB962C8B-B14F-4D97-AF65-F5344CB8AC3E}">
        <p14:creationId xmlns:p14="http://schemas.microsoft.com/office/powerpoint/2010/main" val="2506837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1044575" y="1524000"/>
            <a:ext cx="77184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a:t>
            </a:r>
          </a:p>
          <a:p>
            <a:pPr lvl="1"/>
            <a:r>
              <a:rPr lang="en-US"/>
              <a:t>Second level</a:t>
            </a:r>
          </a:p>
          <a:p>
            <a:pPr lvl="2"/>
            <a:r>
              <a:rPr lang="en-US"/>
              <a:t>Third level</a:t>
            </a:r>
          </a:p>
          <a:p>
            <a:pPr lvl="3"/>
            <a:r>
              <a:rPr lang="en-US"/>
              <a:t>Fourth level</a:t>
            </a:r>
          </a:p>
          <a:p>
            <a:pPr lvl="4"/>
            <a:r>
              <a:rPr lang="en-US"/>
              <a:t>Fifth level</a:t>
            </a:r>
          </a:p>
        </p:txBody>
      </p:sp>
      <p:sp>
        <p:nvSpPr>
          <p:cNvPr id="1027" name="Rectangle 3"/>
          <p:cNvSpPr>
            <a:spLocks noChangeArrowheads="1"/>
          </p:cNvSpPr>
          <p:nvPr/>
        </p:nvSpPr>
        <p:spPr bwMode="auto">
          <a:xfrm>
            <a:off x="0" y="0"/>
            <a:ext cx="9144000" cy="914400"/>
          </a:xfrm>
          <a:prstGeom prst="rect">
            <a:avLst/>
          </a:prstGeom>
          <a:gradFill rotWithShape="1">
            <a:gsLst>
              <a:gs pos="0">
                <a:schemeClr val="accent2">
                  <a:alpha val="62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1028" name="Rectangle 5"/>
          <p:cNvSpPr>
            <a:spLocks noGrp="1" noChangeArrowheads="1"/>
          </p:cNvSpPr>
          <p:nvPr>
            <p:ph type="title"/>
          </p:nvPr>
        </p:nvSpPr>
        <p:spPr bwMode="auto">
          <a:xfrm>
            <a:off x="1033463" y="19050"/>
            <a:ext cx="772953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339974" name="Rectangle 6"/>
          <p:cNvSpPr>
            <a:spLocks noGrp="1" noChangeArrowheads="1"/>
          </p:cNvSpPr>
          <p:nvPr>
            <p:ph type="ftr" sz="quarter" idx="3"/>
          </p:nvPr>
        </p:nvSpPr>
        <p:spPr bwMode="auto">
          <a:xfrm rot="16200000">
            <a:off x="-2514600" y="4038600"/>
            <a:ext cx="5334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ClrTx/>
              <a:buFontTx/>
              <a:buNone/>
              <a:defRPr sz="800">
                <a:latin typeface="+mn-lt"/>
                <a:cs typeface="Arial" charset="0"/>
              </a:defRPr>
            </a:lvl1pPr>
          </a:lstStyle>
          <a:p>
            <a:pPr>
              <a:defRPr/>
            </a:pPr>
            <a:r>
              <a:rPr lang="it-IT"/>
              <a:t>A.DARIF            SUPMTI / ISI                      2015 / 2016   </a:t>
            </a:r>
            <a:endParaRPr lang="en-US"/>
          </a:p>
        </p:txBody>
      </p:sp>
      <p:graphicFrame>
        <p:nvGraphicFramePr>
          <p:cNvPr id="1030" name="Object 7"/>
          <p:cNvGraphicFramePr>
            <a:graphicFrameLocks noChangeAspect="1"/>
          </p:cNvGraphicFramePr>
          <p:nvPr userDrawn="1"/>
        </p:nvGraphicFramePr>
        <p:xfrm>
          <a:off x="34925" y="6092825"/>
          <a:ext cx="795338" cy="741363"/>
        </p:xfrm>
        <a:graphic>
          <a:graphicData uri="http://schemas.openxmlformats.org/presentationml/2006/ole">
            <mc:AlternateContent xmlns:mc="http://schemas.openxmlformats.org/markup-compatibility/2006">
              <mc:Choice xmlns:v="urn:schemas-microsoft-com:vml" Requires="v">
                <p:oleObj name="CorelDRAW" r:id="rId16" imgW="939641" imgH="876776" progId="CorelDRAW.Graphic.12">
                  <p:embed/>
                </p:oleObj>
              </mc:Choice>
              <mc:Fallback>
                <p:oleObj name="CorelDRAW" r:id="rId16" imgW="939641" imgH="876776" progId="CorelDRAW.Graphic.12">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925" y="6092825"/>
                        <a:ext cx="795338" cy="74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031" name="Picture 2"/>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0" y="884238"/>
            <a:ext cx="393700" cy="5973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032" name="ZoneTexte 9"/>
          <p:cNvSpPr txBox="1">
            <a:spLocks noChangeArrowheads="1"/>
          </p:cNvSpPr>
          <p:nvPr userDrawn="1"/>
        </p:nvSpPr>
        <p:spPr bwMode="auto">
          <a:xfrm>
            <a:off x="8643938" y="6572250"/>
            <a:ext cx="500062" cy="277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defRPr/>
            </a:pPr>
            <a:fld id="{23040D75-01C8-41D3-8DA9-71096BF45E11}" type="slidenum">
              <a:rPr lang="fr-FR" sz="1200" smtClean="0"/>
              <a:pPr eaLnBrk="1" hangingPunct="1">
                <a:defRPr/>
              </a:pPr>
              <a:t>‹N°›</a:t>
            </a:fld>
            <a:endParaRPr lang="fr-FR"/>
          </a:p>
        </p:txBody>
      </p:sp>
      <p:sp>
        <p:nvSpPr>
          <p:cNvPr id="11" name="Rectangle 4"/>
          <p:cNvSpPr txBox="1">
            <a:spLocks noChangeArrowheads="1"/>
          </p:cNvSpPr>
          <p:nvPr userDrawn="1"/>
        </p:nvSpPr>
        <p:spPr>
          <a:xfrm rot="16200000">
            <a:off x="-2004219" y="4496594"/>
            <a:ext cx="4365625" cy="357188"/>
          </a:xfrm>
          <a:prstGeom prst="rect">
            <a:avLst/>
          </a:prstGeom>
        </p:spPr>
        <p:txBody>
          <a:bodyPr/>
          <a:lstStyle>
            <a:defPPr>
              <a:defRPr lang="fr-FR"/>
            </a:defPPr>
            <a:lvl1pPr algn="ctr" rtl="0" fontAlgn="base">
              <a:spcBef>
                <a:spcPct val="50000"/>
              </a:spcBef>
              <a:spcAft>
                <a:spcPct val="0"/>
              </a:spcAft>
              <a:buClr>
                <a:srgbClr val="336666"/>
              </a:buClr>
              <a:buFont typeface="Wingdings" pitchFamily="2" charset="2"/>
              <a:defRPr sz="900" kern="1200" dirty="0" smtClean="0">
                <a:solidFill>
                  <a:schemeClr val="bg2"/>
                </a:solidFill>
                <a:latin typeface="Verdana" pitchFamily="34" charset="0"/>
                <a:ea typeface="+mn-ea"/>
                <a:cs typeface="Arial"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charset="0"/>
              </a:defRPr>
            </a:lvl5pPr>
            <a:lvl6pPr marL="2286000" algn="l" defTabSz="914400" rtl="0" eaLnBrk="1" latinLnBrk="0" hangingPunct="1">
              <a:defRPr sz="2000" kern="1200">
                <a:solidFill>
                  <a:schemeClr val="tx1"/>
                </a:solidFill>
                <a:latin typeface="Verdana" pitchFamily="34" charset="0"/>
                <a:ea typeface="+mn-ea"/>
                <a:cs typeface="Arial" charset="0"/>
              </a:defRPr>
            </a:lvl6pPr>
            <a:lvl7pPr marL="2743200" algn="l" defTabSz="914400" rtl="0" eaLnBrk="1" latinLnBrk="0" hangingPunct="1">
              <a:defRPr sz="2000" kern="1200">
                <a:solidFill>
                  <a:schemeClr val="tx1"/>
                </a:solidFill>
                <a:latin typeface="Verdana" pitchFamily="34" charset="0"/>
                <a:ea typeface="+mn-ea"/>
                <a:cs typeface="Arial" charset="0"/>
              </a:defRPr>
            </a:lvl7pPr>
            <a:lvl8pPr marL="3200400" algn="l" defTabSz="914400" rtl="0" eaLnBrk="1" latinLnBrk="0" hangingPunct="1">
              <a:defRPr sz="2000" kern="1200">
                <a:solidFill>
                  <a:schemeClr val="tx1"/>
                </a:solidFill>
                <a:latin typeface="Verdana" pitchFamily="34" charset="0"/>
                <a:ea typeface="+mn-ea"/>
                <a:cs typeface="Arial" charset="0"/>
              </a:defRPr>
            </a:lvl8pPr>
            <a:lvl9pPr marL="3657600" algn="l" defTabSz="914400" rtl="0" eaLnBrk="1" latinLnBrk="0" hangingPunct="1">
              <a:defRPr sz="2000" kern="1200">
                <a:solidFill>
                  <a:schemeClr val="tx1"/>
                </a:solidFill>
                <a:latin typeface="Verdana" pitchFamily="34" charset="0"/>
                <a:ea typeface="+mn-ea"/>
                <a:cs typeface="Arial" charset="0"/>
              </a:defRPr>
            </a:lvl9pPr>
          </a:lstStyle>
          <a:p>
            <a:pPr>
              <a:defRPr/>
            </a:pPr>
            <a:r>
              <a:rPr lang="it-IT"/>
              <a:t>Pr: Anouar DARIF                        Master STRI                    FPBM                         </a:t>
            </a:r>
            <a:endParaRPr lang="en-US"/>
          </a:p>
        </p:txBody>
      </p:sp>
    </p:spTree>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13" r:id="rId6"/>
    <p:sldLayoutId id="2147484214" r:id="rId7"/>
    <p:sldLayoutId id="2147484215" r:id="rId8"/>
    <p:sldLayoutId id="2147484216" r:id="rId9"/>
    <p:sldLayoutId id="2147484217" r:id="rId10"/>
    <p:sldLayoutId id="2147484218" r:id="rId11"/>
    <p:sldLayoutId id="2147484219" r:id="rId12"/>
    <p:sldLayoutId id="2147484220" r:id="rId13"/>
    <p:sldLayoutId id="2147484221" r:id="rId14"/>
  </p:sldLayoutIdLst>
  <p:hf sldNum="0" hdr="0" dt="0"/>
  <p:txStyles>
    <p:titleStyle>
      <a:lvl1pPr algn="l" rtl="0" eaLnBrk="0" fontAlgn="base" hangingPunct="0">
        <a:spcBef>
          <a:spcPct val="0"/>
        </a:spcBef>
        <a:spcAft>
          <a:spcPct val="0"/>
        </a:spcAft>
        <a:defRPr sz="3600" b="1">
          <a:solidFill>
            <a:srgbClr val="000000"/>
          </a:solidFill>
          <a:latin typeface="+mj-lt"/>
          <a:ea typeface="+mj-ea"/>
          <a:cs typeface="+mj-cs"/>
        </a:defRPr>
      </a:lvl1pPr>
      <a:lvl2pPr algn="l" rtl="0" eaLnBrk="0" fontAlgn="base" hangingPunct="0">
        <a:spcBef>
          <a:spcPct val="0"/>
        </a:spcBef>
        <a:spcAft>
          <a:spcPct val="0"/>
        </a:spcAft>
        <a:defRPr sz="3600" b="1">
          <a:solidFill>
            <a:srgbClr val="000000"/>
          </a:solidFill>
          <a:latin typeface="Arial" charset="0"/>
        </a:defRPr>
      </a:lvl2pPr>
      <a:lvl3pPr algn="l" rtl="0" eaLnBrk="0" fontAlgn="base" hangingPunct="0">
        <a:spcBef>
          <a:spcPct val="0"/>
        </a:spcBef>
        <a:spcAft>
          <a:spcPct val="0"/>
        </a:spcAft>
        <a:defRPr sz="3600" b="1">
          <a:solidFill>
            <a:srgbClr val="000000"/>
          </a:solidFill>
          <a:latin typeface="Arial" charset="0"/>
        </a:defRPr>
      </a:lvl3pPr>
      <a:lvl4pPr algn="l" rtl="0" eaLnBrk="0" fontAlgn="base" hangingPunct="0">
        <a:spcBef>
          <a:spcPct val="0"/>
        </a:spcBef>
        <a:spcAft>
          <a:spcPct val="0"/>
        </a:spcAft>
        <a:defRPr sz="3600" b="1">
          <a:solidFill>
            <a:srgbClr val="000000"/>
          </a:solidFill>
          <a:latin typeface="Arial" charset="0"/>
        </a:defRPr>
      </a:lvl4pPr>
      <a:lvl5pPr algn="l" rtl="0" eaLnBrk="0" fontAlgn="base" hangingPunct="0">
        <a:spcBef>
          <a:spcPct val="0"/>
        </a:spcBef>
        <a:spcAft>
          <a:spcPct val="0"/>
        </a:spcAft>
        <a:defRPr sz="3600" b="1">
          <a:solidFill>
            <a:srgbClr val="000000"/>
          </a:solidFill>
          <a:latin typeface="Arial" charset="0"/>
        </a:defRPr>
      </a:lvl5pPr>
      <a:lvl6pPr marL="457200" algn="l" rtl="0" fontAlgn="base">
        <a:spcBef>
          <a:spcPct val="0"/>
        </a:spcBef>
        <a:spcAft>
          <a:spcPct val="0"/>
        </a:spcAft>
        <a:defRPr sz="3600" b="1">
          <a:solidFill>
            <a:srgbClr val="000000"/>
          </a:solidFill>
          <a:latin typeface="Arial" charset="0"/>
        </a:defRPr>
      </a:lvl6pPr>
      <a:lvl7pPr marL="914400" algn="l" rtl="0" fontAlgn="base">
        <a:spcBef>
          <a:spcPct val="0"/>
        </a:spcBef>
        <a:spcAft>
          <a:spcPct val="0"/>
        </a:spcAft>
        <a:defRPr sz="3600" b="1">
          <a:solidFill>
            <a:srgbClr val="000000"/>
          </a:solidFill>
          <a:latin typeface="Arial" charset="0"/>
        </a:defRPr>
      </a:lvl7pPr>
      <a:lvl8pPr marL="1371600" algn="l" rtl="0" fontAlgn="base">
        <a:spcBef>
          <a:spcPct val="0"/>
        </a:spcBef>
        <a:spcAft>
          <a:spcPct val="0"/>
        </a:spcAft>
        <a:defRPr sz="3600" b="1">
          <a:solidFill>
            <a:srgbClr val="000000"/>
          </a:solidFill>
          <a:latin typeface="Arial" charset="0"/>
        </a:defRPr>
      </a:lvl8pPr>
      <a:lvl9pPr marL="1828800" algn="l" rtl="0" fontAlgn="base">
        <a:spcBef>
          <a:spcPct val="0"/>
        </a:spcBef>
        <a:spcAft>
          <a:spcPct val="0"/>
        </a:spcAft>
        <a:defRPr sz="3600" b="1">
          <a:solidFill>
            <a:srgbClr val="000000"/>
          </a:solidFill>
          <a:latin typeface="Arial" charset="0"/>
        </a:defRPr>
      </a:lvl9pPr>
    </p:titleStyle>
    <p:bodyStyle>
      <a:lvl1pPr marL="342900" indent="-342900" algn="l" rtl="0" eaLnBrk="0" fontAlgn="base" hangingPunct="0">
        <a:spcBef>
          <a:spcPct val="20000"/>
        </a:spcBef>
        <a:spcAft>
          <a:spcPct val="30000"/>
        </a:spcAft>
        <a:buClr>
          <a:schemeClr val="hlink"/>
        </a:buClr>
        <a:buFont typeface="Wingdings" pitchFamily="2" charset="2"/>
        <a:buChar char="n"/>
        <a:defRPr sz="2200">
          <a:solidFill>
            <a:schemeClr val="tx1"/>
          </a:solidFill>
          <a:latin typeface="+mn-lt"/>
          <a:ea typeface="+mn-ea"/>
          <a:cs typeface="+mn-cs"/>
        </a:defRPr>
      </a:lvl1pPr>
      <a:lvl2pPr marL="860425" indent="-342900" algn="l" rtl="0" eaLnBrk="0" fontAlgn="base" hangingPunct="0">
        <a:spcBef>
          <a:spcPct val="20000"/>
        </a:spcBef>
        <a:spcAft>
          <a:spcPct val="30000"/>
        </a:spcAft>
        <a:buClr>
          <a:schemeClr val="bg2"/>
        </a:buClr>
        <a:buFont typeface="Wingdings" pitchFamily="2" charset="2"/>
        <a:buChar char="n"/>
        <a:defRPr sz="2200">
          <a:solidFill>
            <a:schemeClr val="tx1"/>
          </a:solidFill>
          <a:latin typeface="+mn-lt"/>
        </a:defRPr>
      </a:lvl2pPr>
      <a:lvl3pPr marL="1203325" indent="-228600" algn="l" rtl="0" eaLnBrk="0" fontAlgn="base" hangingPunct="0">
        <a:spcBef>
          <a:spcPct val="20000"/>
        </a:spcBef>
        <a:spcAft>
          <a:spcPct val="30000"/>
        </a:spcAft>
        <a:buClr>
          <a:schemeClr val="bg2"/>
        </a:buClr>
        <a:buFont typeface="Wingdings" pitchFamily="2" charset="2"/>
        <a:buChar char="§"/>
        <a:defRPr sz="2200">
          <a:solidFill>
            <a:schemeClr val="tx1"/>
          </a:solidFill>
          <a:latin typeface="+mn-lt"/>
        </a:defRPr>
      </a:lvl3pPr>
      <a:lvl4pPr marL="1600200" indent="-228600" algn="l" rtl="0" eaLnBrk="0" fontAlgn="base" hangingPunct="0">
        <a:spcBef>
          <a:spcPct val="20000"/>
        </a:spcBef>
        <a:spcAft>
          <a:spcPct val="30000"/>
        </a:spcAft>
        <a:buChar char="–"/>
        <a:defRPr sz="2200">
          <a:solidFill>
            <a:schemeClr val="tx1"/>
          </a:solidFill>
          <a:latin typeface="+mn-lt"/>
        </a:defRPr>
      </a:lvl4pPr>
      <a:lvl5pPr marL="2057400" indent="-228600" algn="l" rtl="0" eaLnBrk="0" fontAlgn="base" hangingPunct="0">
        <a:spcBef>
          <a:spcPct val="20000"/>
        </a:spcBef>
        <a:spcAft>
          <a:spcPct val="30000"/>
        </a:spcAft>
        <a:buChar char="»"/>
        <a:defRPr sz="2200">
          <a:solidFill>
            <a:schemeClr val="tx1"/>
          </a:solidFill>
          <a:latin typeface="+mn-lt"/>
        </a:defRPr>
      </a:lvl5pPr>
      <a:lvl6pPr marL="2514600" indent="-228600" algn="l" rtl="0" fontAlgn="base">
        <a:spcBef>
          <a:spcPct val="20000"/>
        </a:spcBef>
        <a:spcAft>
          <a:spcPct val="30000"/>
        </a:spcAft>
        <a:buChar char="»"/>
        <a:defRPr sz="2200">
          <a:solidFill>
            <a:schemeClr val="tx1"/>
          </a:solidFill>
          <a:latin typeface="+mn-lt"/>
        </a:defRPr>
      </a:lvl6pPr>
      <a:lvl7pPr marL="2971800" indent="-228600" algn="l" rtl="0" fontAlgn="base">
        <a:spcBef>
          <a:spcPct val="20000"/>
        </a:spcBef>
        <a:spcAft>
          <a:spcPct val="30000"/>
        </a:spcAft>
        <a:buChar char="»"/>
        <a:defRPr sz="2200">
          <a:solidFill>
            <a:schemeClr val="tx1"/>
          </a:solidFill>
          <a:latin typeface="+mn-lt"/>
        </a:defRPr>
      </a:lvl7pPr>
      <a:lvl8pPr marL="3429000" indent="-228600" algn="l" rtl="0" fontAlgn="base">
        <a:spcBef>
          <a:spcPct val="20000"/>
        </a:spcBef>
        <a:spcAft>
          <a:spcPct val="30000"/>
        </a:spcAft>
        <a:buChar char="»"/>
        <a:defRPr sz="2200">
          <a:solidFill>
            <a:schemeClr val="tx1"/>
          </a:solidFill>
          <a:latin typeface="+mn-lt"/>
        </a:defRPr>
      </a:lvl8pPr>
      <a:lvl9pPr marL="3886200" indent="-228600" algn="l" rtl="0" fontAlgn="base">
        <a:spcBef>
          <a:spcPct val="20000"/>
        </a:spcBef>
        <a:spcAft>
          <a:spcPct val="30000"/>
        </a:spcAft>
        <a:buChar char="»"/>
        <a:defRPr sz="2200">
          <a:solidFill>
            <a:schemeClr val="tx1"/>
          </a:solidFill>
          <a:latin typeface="+mn-lt"/>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Espace réservé du titre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fr-FR"/>
              <a:t>Cliquez pour modifier le style du titre</a:t>
            </a:r>
          </a:p>
        </p:txBody>
      </p:sp>
      <p:sp>
        <p:nvSpPr>
          <p:cNvPr id="2051" name="Espace réservé du texte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cs typeface="Arial" charset="0"/>
              </a:defRPr>
            </a:lvl1pPr>
          </a:lstStyle>
          <a:p>
            <a:pPr>
              <a:defRPr/>
            </a:pPr>
            <a:fld id="{5BBC4323-A8CE-4FC6-966B-F45C195DB2C1}" type="datetimeFigureOut">
              <a:rPr lang="fr-FR"/>
              <a:pPr>
                <a:defRPr/>
              </a:pPr>
              <a:t>10/02/2025</a:t>
            </a:fld>
            <a:endParaRPr lang="fr-FR"/>
          </a:p>
        </p:txBody>
      </p:sp>
      <p:sp>
        <p:nvSpPr>
          <p:cNvPr id="5" name="Espace réservé du pied de page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cs typeface="Arial" charset="0"/>
              </a:defRPr>
            </a:lvl1pPr>
          </a:lstStyle>
          <a:p>
            <a:pPr>
              <a:defRPr/>
            </a:pPr>
            <a:endParaRPr lang="fr-FR"/>
          </a:p>
        </p:txBody>
      </p:sp>
      <p:sp>
        <p:nvSpPr>
          <p:cNvPr id="6" name="Espace réservé du numéro de diapositive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cs typeface="Arial" charset="0"/>
              </a:defRPr>
            </a:lvl1pPr>
          </a:lstStyle>
          <a:p>
            <a:pPr>
              <a:defRPr/>
            </a:pPr>
            <a:fld id="{285A2D91-EA7E-4B9C-8EE3-992F41B230C5}"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4197" r:id="rId1"/>
    <p:sldLayoutId id="2147484198" r:id="rId2"/>
    <p:sldLayoutId id="2147484199" r:id="rId3"/>
    <p:sldLayoutId id="2147484200" r:id="rId4"/>
    <p:sldLayoutId id="2147484201" r:id="rId5"/>
    <p:sldLayoutId id="2147484202" r:id="rId6"/>
    <p:sldLayoutId id="2147484203" r:id="rId7"/>
    <p:sldLayoutId id="2147484204" r:id="rId8"/>
    <p:sldLayoutId id="2147484205" r:id="rId9"/>
    <p:sldLayoutId id="2147484206" r:id="rId10"/>
    <p:sldLayoutId id="214748420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tags" Target="../tags/tag3.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0.jpeg"/><Relationship Id="rId3" Type="http://schemas.openxmlformats.org/officeDocument/2006/relationships/notesSlide" Target="../notesSlides/notesSlide4.xml"/><Relationship Id="rId7" Type="http://schemas.openxmlformats.org/officeDocument/2006/relationships/image" Target="../media/image9.png"/><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tags" Target="../tags/tag5.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6.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7.xml"/><Relationship Id="rId5" Type="http://schemas.openxmlformats.org/officeDocument/2006/relationships/image" Target="../media/image13.jpeg"/><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tags" Target="../tags/tag9.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0.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7.xml"/><Relationship Id="rId1" Type="http://schemas.openxmlformats.org/officeDocument/2006/relationships/tags" Target="../tags/tag11.xml"/><Relationship Id="rId5" Type="http://schemas.openxmlformats.org/officeDocument/2006/relationships/image" Target="../media/image18.png"/><Relationship Id="rId4" Type="http://schemas.openxmlformats.org/officeDocument/2006/relationships/image" Target="../media/image17.gif"/></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tags" Target="../tags/tag1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23.png"/><Relationship Id="rId2" Type="http://schemas.openxmlformats.org/officeDocument/2006/relationships/slideLayout" Target="../slideLayouts/slideLayout7.xml"/><Relationship Id="rId1" Type="http://schemas.openxmlformats.org/officeDocument/2006/relationships/tags" Target="../tags/tag1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14.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ags" Target="../tags/tag15.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16.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7.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ags" Target="../tags/tag1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tags" Target="../tags/tag19.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7.xml"/><Relationship Id="rId1" Type="http://schemas.openxmlformats.org/officeDocument/2006/relationships/tags" Target="../tags/tag20.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tags" Target="../tags/tag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tags" Target="../tags/tag2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7.xml"/><Relationship Id="rId1" Type="http://schemas.openxmlformats.org/officeDocument/2006/relationships/tags" Target="../tags/tag2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24.xml"/><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7.xml"/><Relationship Id="rId1" Type="http://schemas.openxmlformats.org/officeDocument/2006/relationships/tags" Target="../tags/tag25.xml"/><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7.xml"/><Relationship Id="rId1" Type="http://schemas.openxmlformats.org/officeDocument/2006/relationships/tags" Target="../tags/tag26.xml"/><Relationship Id="rId4" Type="http://schemas.openxmlformats.org/officeDocument/2006/relationships/image" Target="../media/image3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7.xml"/><Relationship Id="rId1" Type="http://schemas.openxmlformats.org/officeDocument/2006/relationships/tags" Target="../tags/tag27.xml"/><Relationship Id="rId4" Type="http://schemas.openxmlformats.org/officeDocument/2006/relationships/image" Target="../media/image3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tags" Target="../tags/tag28.xml"/><Relationship Id="rId4" Type="http://schemas.openxmlformats.org/officeDocument/2006/relationships/image" Target="../media/image34.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tags" Target="../tags/tag29.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tags" Target="../tags/tag30.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7.xml"/><Relationship Id="rId1" Type="http://schemas.openxmlformats.org/officeDocument/2006/relationships/tags" Target="../tags/tag32.xml"/><Relationship Id="rId4" Type="http://schemas.openxmlformats.org/officeDocument/2006/relationships/image" Target="../media/image37.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7.xml"/><Relationship Id="rId1" Type="http://schemas.openxmlformats.org/officeDocument/2006/relationships/tags" Target="../tags/tag33.xml"/><Relationship Id="rId5" Type="http://schemas.openxmlformats.org/officeDocument/2006/relationships/image" Target="../media/image39.png"/><Relationship Id="rId4" Type="http://schemas.openxmlformats.org/officeDocument/2006/relationships/image" Target="../media/image38.gif"/></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7.xml"/><Relationship Id="rId1" Type="http://schemas.openxmlformats.org/officeDocument/2006/relationships/tags" Target="../tags/tag34.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35.xml"/><Relationship Id="rId4" Type="http://schemas.openxmlformats.org/officeDocument/2006/relationships/image" Target="../media/image41.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7.xml"/><Relationship Id="rId1" Type="http://schemas.openxmlformats.org/officeDocument/2006/relationships/tags" Target="../tags/tag36.xml"/><Relationship Id="rId4" Type="http://schemas.openxmlformats.org/officeDocument/2006/relationships/image" Target="../media/image42.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7.xml"/><Relationship Id="rId1" Type="http://schemas.openxmlformats.org/officeDocument/2006/relationships/tags" Target="../tags/tag37.xml"/><Relationship Id="rId4" Type="http://schemas.openxmlformats.org/officeDocument/2006/relationships/image" Target="../media/image43.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7.xml"/><Relationship Id="rId1" Type="http://schemas.openxmlformats.org/officeDocument/2006/relationships/tags" Target="../tags/tag38.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7.xml"/><Relationship Id="rId1" Type="http://schemas.openxmlformats.org/officeDocument/2006/relationships/tags" Target="../tags/tag39.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7.xml"/><Relationship Id="rId1" Type="http://schemas.openxmlformats.org/officeDocument/2006/relationships/tags" Target="../tags/tag40.xml"/><Relationship Id="rId4" Type="http://schemas.openxmlformats.org/officeDocument/2006/relationships/image" Target="../media/image45.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7.xml"/><Relationship Id="rId1" Type="http://schemas.openxmlformats.org/officeDocument/2006/relationships/tags" Target="../tags/tag4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7.xml"/><Relationship Id="rId1" Type="http://schemas.openxmlformats.org/officeDocument/2006/relationships/tags" Target="../tags/tag4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7.xml"/><Relationship Id="rId1" Type="http://schemas.openxmlformats.org/officeDocument/2006/relationships/tags" Target="../tags/tag43.xml"/><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7.xml"/><Relationship Id="rId1" Type="http://schemas.openxmlformats.org/officeDocument/2006/relationships/tags" Target="../tags/tag44.xml"/><Relationship Id="rId5" Type="http://schemas.openxmlformats.org/officeDocument/2006/relationships/image" Target="../media/image48.png"/><Relationship Id="rId4" Type="http://schemas.openxmlformats.org/officeDocument/2006/relationships/image" Target="../media/image47.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7.xml"/><Relationship Id="rId1" Type="http://schemas.openxmlformats.org/officeDocument/2006/relationships/tags" Target="../tags/tag45.xml"/><Relationship Id="rId4" Type="http://schemas.openxmlformats.org/officeDocument/2006/relationships/image" Target="../media/image1060.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7.xml"/><Relationship Id="rId1" Type="http://schemas.openxmlformats.org/officeDocument/2006/relationships/tags" Target="../tags/tag46.xml"/><Relationship Id="rId4" Type="http://schemas.openxmlformats.org/officeDocument/2006/relationships/image" Target="../media/image10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ChangeArrowheads="1"/>
          </p:cNvSpPr>
          <p:nvPr/>
        </p:nvSpPr>
        <p:spPr bwMode="auto">
          <a:xfrm>
            <a:off x="0" y="1557338"/>
            <a:ext cx="9144000" cy="2557462"/>
          </a:xfrm>
          <a:prstGeom prst="rect">
            <a:avLst/>
          </a:prstGeom>
          <a:gradFill rotWithShape="1">
            <a:gsLst>
              <a:gs pos="0">
                <a:schemeClr val="accent2">
                  <a:alpha val="50000"/>
                </a:schemeClr>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fr-FR"/>
          </a:p>
        </p:txBody>
      </p:sp>
      <p:sp>
        <p:nvSpPr>
          <p:cNvPr id="17411" name="Rectangle 4"/>
          <p:cNvSpPr>
            <a:spLocks noGrp="1" noChangeArrowheads="1"/>
          </p:cNvSpPr>
          <p:nvPr>
            <p:ph type="subTitle" idx="1"/>
          </p:nvPr>
        </p:nvSpPr>
        <p:spPr>
          <a:xfrm>
            <a:off x="3297238" y="5589588"/>
            <a:ext cx="3507072" cy="642937"/>
          </a:xfrm>
        </p:spPr>
        <p:txBody>
          <a:bodyPr/>
          <a:lstStyle/>
          <a:p>
            <a:pPr algn="ctr">
              <a:spcBef>
                <a:spcPts val="600"/>
              </a:spcBef>
              <a:spcAft>
                <a:spcPct val="0"/>
              </a:spcAft>
            </a:pPr>
            <a:r>
              <a:rPr lang="fr-FR" sz="2400" dirty="0"/>
              <a:t>Pr: OUKISSOU Youssef</a:t>
            </a:r>
            <a:br>
              <a:rPr lang="fr-FR" sz="2400" dirty="0"/>
            </a:br>
            <a:endParaRPr lang="fr-FR" sz="1400" dirty="0">
              <a:solidFill>
                <a:srgbClr val="0070C0"/>
              </a:solidFill>
            </a:endParaRPr>
          </a:p>
          <a:p>
            <a:pPr algn="ctr" eaLnBrk="1" hangingPunct="1"/>
            <a:r>
              <a:rPr lang="fr-FR" sz="1400" b="1" dirty="0">
                <a:solidFill>
                  <a:srgbClr val="0070C0"/>
                </a:solidFill>
              </a:rPr>
              <a:t>2024/2025</a:t>
            </a:r>
          </a:p>
        </p:txBody>
      </p:sp>
      <p:sp>
        <p:nvSpPr>
          <p:cNvPr id="17412" name="Rectangle 9"/>
          <p:cNvSpPr>
            <a:spLocks noGrp="1" noChangeArrowheads="1"/>
          </p:cNvSpPr>
          <p:nvPr>
            <p:ph type="ctrTitle" idx="4294967295"/>
          </p:nvPr>
        </p:nvSpPr>
        <p:spPr>
          <a:xfrm>
            <a:off x="22470" y="2060810"/>
            <a:ext cx="8001000" cy="1071562"/>
          </a:xfrm>
          <a:noFill/>
        </p:spPr>
        <p:txBody>
          <a:bodyPr/>
          <a:lstStyle/>
          <a:p>
            <a:pPr algn="ctr" eaLnBrk="1" hangingPunct="1"/>
            <a:r>
              <a:rPr lang="fr-FR" sz="3200" dirty="0">
                <a:solidFill>
                  <a:srgbClr val="C00000"/>
                </a:solidFill>
              </a:rPr>
              <a:t>Réseaux Informatiques</a:t>
            </a:r>
            <a:endParaRPr lang="fr-FR" sz="3200" b="0" dirty="0">
              <a:solidFill>
                <a:srgbClr val="C00000"/>
              </a:solidFill>
            </a:endParaRPr>
          </a:p>
        </p:txBody>
      </p:sp>
      <p:sp>
        <p:nvSpPr>
          <p:cNvPr id="17413" name="AutoShape 13" descr="Afficher l'image d'origine"/>
          <p:cNvSpPr>
            <a:spLocks noChangeAspect="1" noChangeArrowheads="1"/>
          </p:cNvSpPr>
          <p:nvPr/>
        </p:nvSpPr>
        <p:spPr bwMode="auto">
          <a:xfrm>
            <a:off x="153988"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p>
        </p:txBody>
      </p:sp>
      <p:sp>
        <p:nvSpPr>
          <p:cNvPr id="15" name="Rectangle 14"/>
          <p:cNvSpPr/>
          <p:nvPr/>
        </p:nvSpPr>
        <p:spPr>
          <a:xfrm>
            <a:off x="1115520" y="3468687"/>
            <a:ext cx="6410325" cy="922338"/>
          </a:xfrm>
          <a:prstGeom prst="rect">
            <a:avLst/>
          </a:prstGeom>
        </p:spPr>
        <p:txBody>
          <a:bodyPr>
            <a:spAutoFit/>
          </a:bodyPr>
          <a:lstStyle/>
          <a:p>
            <a:pPr algn="ctr">
              <a:spcAft>
                <a:spcPts val="1200"/>
              </a:spcAft>
              <a:defRPr/>
            </a:pPr>
            <a:r>
              <a:rPr lang="fr-FR" b="1" u="sng" dirty="0">
                <a:solidFill>
                  <a:srgbClr val="0070C0"/>
                </a:solidFill>
                <a:latin typeface="+mj-lt"/>
                <a:cs typeface="Arial" charset="0"/>
              </a:rPr>
              <a:t>Chapitre 1</a:t>
            </a:r>
          </a:p>
          <a:p>
            <a:pPr algn="ctr">
              <a:spcBef>
                <a:spcPts val="0"/>
              </a:spcBef>
              <a:defRPr/>
            </a:pPr>
            <a:r>
              <a:rPr lang="fr-FR" sz="2400" b="1" dirty="0">
                <a:solidFill>
                  <a:srgbClr val="002060"/>
                </a:solidFill>
                <a:latin typeface="+mj-lt"/>
                <a:cs typeface="Arial" charset="0"/>
              </a:rPr>
              <a:t>Introduction aux réseaux Informatiques </a:t>
            </a:r>
          </a:p>
        </p:txBody>
      </p:sp>
    </p:spTree>
    <p:custDataLst>
      <p:tags r:id="rId1"/>
    </p:custDataLst>
    <p:extLst>
      <p:ext uri="{BB962C8B-B14F-4D97-AF65-F5344CB8AC3E}">
        <p14:creationId xmlns:p14="http://schemas.microsoft.com/office/powerpoint/2010/main" val="353865572"/>
      </p:ext>
    </p:extLst>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10"/>
          <p:cNvSpPr>
            <a:spLocks noChangeArrowheads="1"/>
          </p:cNvSpPr>
          <p:nvPr/>
        </p:nvSpPr>
        <p:spPr bwMode="auto">
          <a:xfrm>
            <a:off x="1033463" y="260560"/>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800" b="1" dirty="0">
                <a:solidFill>
                  <a:srgbClr val="000000"/>
                </a:solidFill>
                <a:latin typeface="Arial" pitchFamily="34" charset="0"/>
              </a:rPr>
              <a:t>Plan</a:t>
            </a:r>
          </a:p>
        </p:txBody>
      </p:sp>
      <p:sp>
        <p:nvSpPr>
          <p:cNvPr id="18436" name="Text Box 9"/>
          <p:cNvSpPr txBox="1">
            <a:spLocks noChangeArrowheads="1"/>
          </p:cNvSpPr>
          <p:nvPr/>
        </p:nvSpPr>
        <p:spPr bwMode="auto">
          <a:xfrm>
            <a:off x="933265" y="1304512"/>
            <a:ext cx="6951195" cy="4478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marL="342900" indent="-342900" eaLnBrk="0" hangingPunct="0">
              <a:defRPr sz="2000">
                <a:solidFill>
                  <a:schemeClr val="tx1"/>
                </a:solidFill>
                <a:latin typeface="Verdana" pitchFamily="34" charset="0"/>
                <a:cs typeface="Arial" pitchFamily="34" charset="0"/>
              </a:defRPr>
            </a:lvl1pPr>
            <a:lvl2pPr marL="812800" indent="-34290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lvl="1">
              <a:spcBef>
                <a:spcPts val="3000"/>
              </a:spcBef>
              <a:buClr>
                <a:srgbClr val="0070C0"/>
              </a:buClr>
              <a:buFont typeface="Wingdings" pitchFamily="2" charset="2"/>
              <a:buChar char="q"/>
              <a:defRPr/>
            </a:pPr>
            <a:r>
              <a:rPr lang="fr-FR" b="1" dirty="0">
                <a:latin typeface="Arial" pitchFamily="34" charset="0"/>
              </a:rPr>
              <a:t>Introduction  </a:t>
            </a:r>
          </a:p>
          <a:p>
            <a:pPr lvl="1">
              <a:spcBef>
                <a:spcPts val="3000"/>
              </a:spcBef>
              <a:buClr>
                <a:srgbClr val="0070C0"/>
              </a:buClr>
              <a:buFont typeface="Wingdings" pitchFamily="2" charset="2"/>
              <a:buChar char="q"/>
              <a:defRPr/>
            </a:pPr>
            <a:r>
              <a:rPr lang="fr-FR" b="1" dirty="0">
                <a:latin typeface="Arial" pitchFamily="34" charset="0"/>
              </a:rPr>
              <a:t>Communication sur un réseau</a:t>
            </a:r>
          </a:p>
          <a:p>
            <a:pPr lvl="1">
              <a:spcBef>
                <a:spcPts val="3000"/>
              </a:spcBef>
              <a:buClr>
                <a:srgbClr val="0070C0"/>
              </a:buClr>
              <a:buFont typeface="Wingdings" pitchFamily="2" charset="2"/>
              <a:buChar char="q"/>
              <a:defRPr/>
            </a:pPr>
            <a:r>
              <a:rPr lang="fr-FR" b="1" dirty="0">
                <a:latin typeface="Arial" pitchFamily="34" charset="0"/>
              </a:rPr>
              <a:t>Composants de base d’un réseau informatique</a:t>
            </a:r>
          </a:p>
          <a:p>
            <a:pPr lvl="1">
              <a:spcBef>
                <a:spcPts val="3000"/>
              </a:spcBef>
              <a:buClr>
                <a:srgbClr val="0070C0"/>
              </a:buClr>
              <a:buFont typeface="Wingdings" pitchFamily="2" charset="2"/>
              <a:buChar char="q"/>
              <a:defRPr/>
            </a:pPr>
            <a:r>
              <a:rPr lang="fr-FR" b="1" dirty="0">
                <a:latin typeface="Arial" pitchFamily="34" charset="0"/>
              </a:rPr>
              <a:t>Classification des réseaux </a:t>
            </a:r>
          </a:p>
          <a:p>
            <a:pPr lvl="1">
              <a:spcBef>
                <a:spcPts val="3000"/>
              </a:spcBef>
              <a:buClr>
                <a:srgbClr val="0070C0"/>
              </a:buClr>
              <a:buFont typeface="Wingdings" pitchFamily="2" charset="2"/>
              <a:buChar char="q"/>
              <a:defRPr/>
            </a:pPr>
            <a:r>
              <a:rPr lang="fr-FR" b="1" dirty="0">
                <a:latin typeface="Arial" pitchFamily="34" charset="0"/>
              </a:rPr>
              <a:t>Le réseau Internet</a:t>
            </a:r>
          </a:p>
          <a:p>
            <a:pPr lvl="1">
              <a:spcBef>
                <a:spcPts val="3000"/>
              </a:spcBef>
              <a:buClr>
                <a:srgbClr val="0070C0"/>
              </a:buClr>
              <a:buFont typeface="Wingdings" pitchFamily="2" charset="2"/>
              <a:buChar char="q"/>
              <a:defRPr/>
            </a:pPr>
            <a:r>
              <a:rPr lang="fr-FR" b="1" dirty="0">
                <a:latin typeface="Arial" pitchFamily="34" charset="0"/>
              </a:rPr>
              <a:t>Notions importantes</a:t>
            </a:r>
          </a:p>
          <a:p>
            <a:pPr lvl="1">
              <a:spcBef>
                <a:spcPts val="2400"/>
              </a:spcBef>
              <a:buClr>
                <a:srgbClr val="0070C0"/>
              </a:buClr>
              <a:buFont typeface="Wingdings" pitchFamily="2" charset="2"/>
              <a:buChar char="q"/>
              <a:defRPr/>
            </a:pPr>
            <a:endParaRPr lang="fr-FR" b="1" dirty="0">
              <a:latin typeface="Arial" pitchFamily="34" charset="0"/>
            </a:endParaRPr>
          </a:p>
        </p:txBody>
      </p:sp>
    </p:spTree>
    <p:custDataLst>
      <p:tags r:id="rId1"/>
    </p:custDataLst>
    <p:extLst>
      <p:ext uri="{BB962C8B-B14F-4D97-AF65-F5344CB8AC3E}">
        <p14:creationId xmlns:p14="http://schemas.microsoft.com/office/powerpoint/2010/main" val="2962489593"/>
      </p:ext>
    </p:extLst>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9"/>
          <p:cNvSpPr txBox="1">
            <a:spLocks noChangeArrowheads="1"/>
          </p:cNvSpPr>
          <p:nvPr/>
        </p:nvSpPr>
        <p:spPr bwMode="auto">
          <a:xfrm>
            <a:off x="611188" y="52388"/>
            <a:ext cx="817245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defRPr/>
            </a:pPr>
            <a:r>
              <a:rPr lang="fr-FR" sz="1800" b="1" dirty="0">
                <a:solidFill>
                  <a:schemeClr val="bg2">
                    <a:lumMod val="50000"/>
                  </a:schemeClr>
                </a:solidFill>
                <a:latin typeface="Arial" charset="0"/>
              </a:rPr>
              <a:t>Introduction  </a:t>
            </a:r>
          </a:p>
          <a:p>
            <a:pPr>
              <a:buClrTx/>
              <a:buFontTx/>
              <a:buNone/>
              <a:defRPr/>
            </a:pPr>
            <a:endParaRPr lang="fr-FR" sz="1800" b="1" dirty="0">
              <a:solidFill>
                <a:srgbClr val="000000"/>
              </a:solidFill>
              <a:latin typeface="Arial" charset="0"/>
            </a:endParaRPr>
          </a:p>
        </p:txBody>
      </p:sp>
      <p:sp>
        <p:nvSpPr>
          <p:cNvPr id="19459" name="Rectangle 10"/>
          <p:cNvSpPr>
            <a:spLocks noChangeArrowheads="1"/>
          </p:cNvSpPr>
          <p:nvPr/>
        </p:nvSpPr>
        <p:spPr bwMode="auto">
          <a:xfrm>
            <a:off x="1163638"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Notion des réseaux </a:t>
            </a:r>
          </a:p>
        </p:txBody>
      </p:sp>
      <p:sp>
        <p:nvSpPr>
          <p:cNvPr id="33796" name="Text Box 9"/>
          <p:cNvSpPr txBox="1">
            <a:spLocks noChangeArrowheads="1"/>
          </p:cNvSpPr>
          <p:nvPr/>
        </p:nvSpPr>
        <p:spPr bwMode="auto">
          <a:xfrm>
            <a:off x="428625" y="908050"/>
            <a:ext cx="8607425"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273050" indent="-273050"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marL="177800" lvl="1" indent="-177800" algn="just">
              <a:spcBef>
                <a:spcPts val="0"/>
              </a:spcBef>
              <a:buClr>
                <a:srgbClr val="0070C0"/>
              </a:buClr>
              <a:buFont typeface="Wingdings" pitchFamily="2" charset="2"/>
              <a:buChar char="§"/>
              <a:defRPr/>
            </a:pPr>
            <a:r>
              <a:rPr lang="fr-FR" b="1" dirty="0">
                <a:solidFill>
                  <a:srgbClr val="0000CC"/>
                </a:solidFill>
                <a:latin typeface="Arial" charset="0"/>
              </a:rPr>
              <a:t>Les réseaux </a:t>
            </a:r>
            <a:r>
              <a:rPr lang="fr-FR" dirty="0">
                <a:latin typeface="Arial" charset="0"/>
              </a:rPr>
              <a:t>(networks) permettent de connecter des entités (personnes, matériels, etc.) quelle que soit leur zone géographique, afin de partager les informations et les ressources. Les réseaux existent depuis longtemps, on peut citer plusieurs catégories:</a:t>
            </a:r>
          </a:p>
          <a:p>
            <a:pPr marL="342900" lvl="1" indent="-165100" algn="just">
              <a:spcBef>
                <a:spcPts val="0"/>
              </a:spcBef>
              <a:buClr>
                <a:srgbClr val="0070C0"/>
              </a:buClr>
              <a:buFont typeface="Arial" pitchFamily="34" charset="0"/>
              <a:buChar char="•"/>
              <a:defRPr/>
            </a:pPr>
            <a:r>
              <a:rPr lang="fr-FR" b="1" dirty="0">
                <a:latin typeface="Arial" charset="0"/>
              </a:rPr>
              <a:t>Communication</a:t>
            </a:r>
            <a:r>
              <a:rPr lang="fr-FR" dirty="0">
                <a:latin typeface="Arial" charset="0"/>
              </a:rPr>
              <a:t>: Téléphone, service postal, Radio, TV… </a:t>
            </a:r>
          </a:p>
          <a:p>
            <a:pPr marL="342900" lvl="1" indent="-165100" algn="just">
              <a:spcBef>
                <a:spcPts val="0"/>
              </a:spcBef>
              <a:buClr>
                <a:srgbClr val="0070C0"/>
              </a:buClr>
              <a:buFont typeface="Arial" pitchFamily="34" charset="0"/>
              <a:buChar char="•"/>
              <a:defRPr/>
            </a:pPr>
            <a:r>
              <a:rPr lang="fr-FR" b="1" dirty="0">
                <a:latin typeface="Arial" charset="0"/>
              </a:rPr>
              <a:t>Informatique</a:t>
            </a:r>
            <a:r>
              <a:rPr lang="fr-FR" dirty="0">
                <a:latin typeface="Arial" charset="0"/>
              </a:rPr>
              <a:t> (ou de données): Internet, LAN, WAN </a:t>
            </a:r>
          </a:p>
          <a:p>
            <a:pPr marL="342900" lvl="1" indent="-165100" algn="just">
              <a:spcBef>
                <a:spcPts val="0"/>
              </a:spcBef>
              <a:buClr>
                <a:srgbClr val="0070C0"/>
              </a:buClr>
              <a:buFont typeface="Arial" pitchFamily="34" charset="0"/>
              <a:buChar char="•"/>
              <a:defRPr/>
            </a:pPr>
            <a:r>
              <a:rPr lang="fr-FR" b="1" dirty="0">
                <a:latin typeface="Arial" charset="0"/>
              </a:rPr>
              <a:t>Transport</a:t>
            </a:r>
            <a:r>
              <a:rPr lang="fr-FR" dirty="0">
                <a:latin typeface="Arial" charset="0"/>
              </a:rPr>
              <a:t>: Autoroutier, aérien,… </a:t>
            </a:r>
          </a:p>
          <a:p>
            <a:pPr marL="342900" lvl="1" indent="-165100" algn="just">
              <a:spcBef>
                <a:spcPts val="0"/>
              </a:spcBef>
              <a:buClr>
                <a:srgbClr val="0070C0"/>
              </a:buClr>
              <a:buFont typeface="Arial" pitchFamily="34" charset="0"/>
              <a:buChar char="•"/>
              <a:defRPr/>
            </a:pPr>
            <a:r>
              <a:rPr lang="fr-FR" b="1" dirty="0">
                <a:latin typeface="Arial" charset="0"/>
              </a:rPr>
              <a:t>Social</a:t>
            </a:r>
            <a:r>
              <a:rPr lang="fr-FR" dirty="0">
                <a:latin typeface="Arial" charset="0"/>
              </a:rPr>
              <a:t>: Famille, amis, villes,… </a:t>
            </a:r>
          </a:p>
          <a:p>
            <a:pPr marL="342900" lvl="1" indent="-165100" algn="just">
              <a:spcBef>
                <a:spcPts val="0"/>
              </a:spcBef>
              <a:buClr>
                <a:srgbClr val="0070C0"/>
              </a:buClr>
              <a:buFont typeface="Arial" pitchFamily="34" charset="0"/>
              <a:buChar char="•"/>
              <a:defRPr/>
            </a:pPr>
            <a:r>
              <a:rPr lang="fr-FR" b="1" dirty="0">
                <a:latin typeface="Arial" charset="0"/>
              </a:rPr>
              <a:t>Biologique</a:t>
            </a:r>
            <a:r>
              <a:rPr lang="fr-FR" dirty="0">
                <a:latin typeface="Arial" charset="0"/>
              </a:rPr>
              <a:t>: Neurologie,… </a:t>
            </a:r>
          </a:p>
        </p:txBody>
      </p:sp>
      <p:pic>
        <p:nvPicPr>
          <p:cNvPr id="194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8100" y="3770313"/>
            <a:ext cx="6503988" cy="308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420315148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3796">
                                            <p:txEl>
                                              <p:pRg st="1" end="1"/>
                                            </p:txEl>
                                          </p:spTgt>
                                        </p:tgtEl>
                                        <p:attrNameLst>
                                          <p:attrName>style.visibility</p:attrName>
                                        </p:attrNameLst>
                                      </p:cBhvr>
                                      <p:to>
                                        <p:strVal val="visible"/>
                                      </p:to>
                                    </p:set>
                                    <p:animEffect transition="in" filter="barn(inVertical)">
                                      <p:cBhvr>
                                        <p:cTn id="7" dur="500"/>
                                        <p:tgtEl>
                                          <p:spTgt spid="33796">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3796">
                                            <p:txEl>
                                              <p:pRg st="2" end="2"/>
                                            </p:txEl>
                                          </p:spTgt>
                                        </p:tgtEl>
                                        <p:attrNameLst>
                                          <p:attrName>style.visibility</p:attrName>
                                        </p:attrNameLst>
                                      </p:cBhvr>
                                      <p:to>
                                        <p:strVal val="visible"/>
                                      </p:to>
                                    </p:set>
                                    <p:animEffect transition="in" filter="barn(inVertical)">
                                      <p:cBhvr>
                                        <p:cTn id="10" dur="500"/>
                                        <p:tgtEl>
                                          <p:spTgt spid="33796">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3796">
                                            <p:txEl>
                                              <p:pRg st="3" end="3"/>
                                            </p:txEl>
                                          </p:spTgt>
                                        </p:tgtEl>
                                        <p:attrNameLst>
                                          <p:attrName>style.visibility</p:attrName>
                                        </p:attrNameLst>
                                      </p:cBhvr>
                                      <p:to>
                                        <p:strVal val="visible"/>
                                      </p:to>
                                    </p:set>
                                    <p:animEffect transition="in" filter="barn(inVertical)">
                                      <p:cBhvr>
                                        <p:cTn id="13" dur="500"/>
                                        <p:tgtEl>
                                          <p:spTgt spid="33796">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3796">
                                            <p:txEl>
                                              <p:pRg st="4" end="4"/>
                                            </p:txEl>
                                          </p:spTgt>
                                        </p:tgtEl>
                                        <p:attrNameLst>
                                          <p:attrName>style.visibility</p:attrName>
                                        </p:attrNameLst>
                                      </p:cBhvr>
                                      <p:to>
                                        <p:strVal val="visible"/>
                                      </p:to>
                                    </p:set>
                                    <p:animEffect transition="in" filter="barn(inVertical)">
                                      <p:cBhvr>
                                        <p:cTn id="16" dur="500"/>
                                        <p:tgtEl>
                                          <p:spTgt spid="33796">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3796">
                                            <p:txEl>
                                              <p:pRg st="5" end="5"/>
                                            </p:txEl>
                                          </p:spTgt>
                                        </p:tgtEl>
                                        <p:attrNameLst>
                                          <p:attrName>style.visibility</p:attrName>
                                        </p:attrNameLst>
                                      </p:cBhvr>
                                      <p:to>
                                        <p:strVal val="visible"/>
                                      </p:to>
                                    </p:set>
                                    <p:animEffect transition="in" filter="barn(inVertical)">
                                      <p:cBhvr>
                                        <p:cTn id="19" dur="500"/>
                                        <p:tgtEl>
                                          <p:spTgt spid="33796">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19462"/>
                                        </p:tgtEl>
                                        <p:attrNameLst>
                                          <p:attrName>style.visibility</p:attrName>
                                        </p:attrNameLst>
                                      </p:cBhvr>
                                      <p:to>
                                        <p:strVal val="visible"/>
                                      </p:to>
                                    </p:set>
                                    <p:animEffect transition="in" filter="barn(inVertical)">
                                      <p:cBhvr>
                                        <p:cTn id="24"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9"/>
          <p:cNvSpPr txBox="1">
            <a:spLocks noChangeArrowheads="1"/>
          </p:cNvSpPr>
          <p:nvPr/>
        </p:nvSpPr>
        <p:spPr bwMode="auto">
          <a:xfrm>
            <a:off x="611188" y="52388"/>
            <a:ext cx="817245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defRPr/>
            </a:pPr>
            <a:r>
              <a:rPr lang="fr-FR" sz="1800" b="1" dirty="0">
                <a:solidFill>
                  <a:schemeClr val="bg2">
                    <a:lumMod val="50000"/>
                  </a:schemeClr>
                </a:solidFill>
                <a:latin typeface="Arial" charset="0"/>
              </a:rPr>
              <a:t>Introduction  </a:t>
            </a:r>
          </a:p>
          <a:p>
            <a:pPr>
              <a:buClrTx/>
              <a:buFontTx/>
              <a:buNone/>
              <a:defRPr/>
            </a:pPr>
            <a:endParaRPr lang="fr-FR" sz="1800" b="1" dirty="0">
              <a:solidFill>
                <a:srgbClr val="000000"/>
              </a:solidFill>
              <a:latin typeface="Arial" charset="0"/>
            </a:endParaRPr>
          </a:p>
        </p:txBody>
      </p:sp>
      <p:sp>
        <p:nvSpPr>
          <p:cNvPr id="20483" name="Rectangle 10"/>
          <p:cNvSpPr>
            <a:spLocks noChangeArrowheads="1"/>
          </p:cNvSpPr>
          <p:nvPr/>
        </p:nvSpPr>
        <p:spPr bwMode="auto">
          <a:xfrm>
            <a:off x="1163638"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Utilisation de réseaux au travail </a:t>
            </a:r>
          </a:p>
        </p:txBody>
      </p:sp>
      <p:sp>
        <p:nvSpPr>
          <p:cNvPr id="20485" name="object 5"/>
          <p:cNvSpPr>
            <a:spLocks noChangeArrowheads="1"/>
          </p:cNvSpPr>
          <p:nvPr/>
        </p:nvSpPr>
        <p:spPr bwMode="auto">
          <a:xfrm>
            <a:off x="2771775" y="1773238"/>
            <a:ext cx="4802188" cy="20574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0486" name="object 6"/>
          <p:cNvSpPr>
            <a:spLocks noChangeArrowheads="1"/>
          </p:cNvSpPr>
          <p:nvPr/>
        </p:nvSpPr>
        <p:spPr bwMode="auto">
          <a:xfrm>
            <a:off x="7596188" y="1263650"/>
            <a:ext cx="1427162" cy="1874838"/>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0487" name="object 7"/>
          <p:cNvSpPr>
            <a:spLocks noChangeArrowheads="1"/>
          </p:cNvSpPr>
          <p:nvPr/>
        </p:nvSpPr>
        <p:spPr bwMode="auto">
          <a:xfrm>
            <a:off x="4140200" y="4221163"/>
            <a:ext cx="4756150" cy="2135187"/>
          </a:xfrm>
          <a:prstGeom prst="rect">
            <a:avLst/>
          </a:prstGeom>
          <a:blipFill dpi="0" rotWithShape="1">
            <a:blip r:embed="rId6"/>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0488" name="object 8"/>
          <p:cNvSpPr>
            <a:spLocks noChangeArrowheads="1"/>
          </p:cNvSpPr>
          <p:nvPr/>
        </p:nvSpPr>
        <p:spPr bwMode="auto">
          <a:xfrm>
            <a:off x="468313" y="1035050"/>
            <a:ext cx="2447925" cy="2559050"/>
          </a:xfrm>
          <a:prstGeom prst="rect">
            <a:avLst/>
          </a:prstGeom>
          <a:blipFill dpi="0" rotWithShape="1">
            <a:blip r:embed="rId7"/>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0489" name="object 9"/>
          <p:cNvSpPr>
            <a:spLocks noChangeArrowheads="1"/>
          </p:cNvSpPr>
          <p:nvPr/>
        </p:nvSpPr>
        <p:spPr bwMode="auto">
          <a:xfrm>
            <a:off x="539750" y="4365625"/>
            <a:ext cx="3048000" cy="2486025"/>
          </a:xfrm>
          <a:prstGeom prst="rect">
            <a:avLst/>
          </a:prstGeom>
          <a:blipFill dpi="0" rotWithShape="1">
            <a:blip r:embed="rId8"/>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Tree>
    <p:custDataLst>
      <p:tags r:id="rId1"/>
    </p:custDataLst>
    <p:extLst>
      <p:ext uri="{BB962C8B-B14F-4D97-AF65-F5344CB8AC3E}">
        <p14:creationId xmlns:p14="http://schemas.microsoft.com/office/powerpoint/2010/main" val="205348574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486"/>
                                        </p:tgtEl>
                                        <p:attrNameLst>
                                          <p:attrName>style.visibility</p:attrName>
                                        </p:attrNameLst>
                                      </p:cBhvr>
                                      <p:to>
                                        <p:strVal val="visible"/>
                                      </p:to>
                                    </p:set>
                                    <p:animEffect transition="in" filter="barn(inVertical)">
                                      <p:cBhvr>
                                        <p:cTn id="7" dur="500"/>
                                        <p:tgtEl>
                                          <p:spTgt spid="2048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0487"/>
                                        </p:tgtEl>
                                        <p:attrNameLst>
                                          <p:attrName>style.visibility</p:attrName>
                                        </p:attrNameLst>
                                      </p:cBhvr>
                                      <p:to>
                                        <p:strVal val="visible"/>
                                      </p:to>
                                    </p:set>
                                    <p:animEffect transition="in" filter="barn(inVertical)">
                                      <p:cBhvr>
                                        <p:cTn id="12" dur="500"/>
                                        <p:tgtEl>
                                          <p:spTgt spid="2048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0489"/>
                                        </p:tgtEl>
                                        <p:attrNameLst>
                                          <p:attrName>style.visibility</p:attrName>
                                        </p:attrNameLst>
                                      </p:cBhvr>
                                      <p:to>
                                        <p:strVal val="visible"/>
                                      </p:to>
                                    </p:set>
                                    <p:animEffect transition="in" filter="barn(inVertical)">
                                      <p:cBhvr>
                                        <p:cTn id="17" dur="500"/>
                                        <p:tgtEl>
                                          <p:spTgt spid="20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6" grpId="0" animBg="1"/>
      <p:bldP spid="20487" grpId="0" animBg="1"/>
      <p:bldP spid="2048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9"/>
          <p:cNvSpPr txBox="1">
            <a:spLocks noChangeArrowheads="1"/>
          </p:cNvSpPr>
          <p:nvPr/>
        </p:nvSpPr>
        <p:spPr bwMode="auto">
          <a:xfrm>
            <a:off x="611188" y="52388"/>
            <a:ext cx="8172450"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defRPr/>
            </a:pPr>
            <a:r>
              <a:rPr lang="fr-FR" b="1" dirty="0">
                <a:solidFill>
                  <a:schemeClr val="bg2">
                    <a:lumMod val="50000"/>
                  </a:schemeClr>
                </a:solidFill>
                <a:latin typeface="Arial" charset="0"/>
              </a:rPr>
              <a:t>Introduction</a:t>
            </a:r>
          </a:p>
          <a:p>
            <a:pPr>
              <a:buClrTx/>
              <a:buFontTx/>
              <a:buNone/>
              <a:defRPr/>
            </a:pPr>
            <a:endParaRPr lang="fr-FR" sz="1800" b="1" dirty="0">
              <a:solidFill>
                <a:srgbClr val="000000"/>
              </a:solidFill>
              <a:latin typeface="Arial" charset="0"/>
            </a:endParaRPr>
          </a:p>
        </p:txBody>
      </p:sp>
      <p:sp>
        <p:nvSpPr>
          <p:cNvPr id="21507" name="Rectangle 10"/>
          <p:cNvSpPr>
            <a:spLocks noChangeArrowheads="1"/>
          </p:cNvSpPr>
          <p:nvPr/>
        </p:nvSpPr>
        <p:spPr bwMode="auto">
          <a:xfrm>
            <a:off x="1163638"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Réseau Informatique</a:t>
            </a:r>
          </a:p>
        </p:txBody>
      </p:sp>
      <p:sp>
        <p:nvSpPr>
          <p:cNvPr id="21508" name="Text Box 9"/>
          <p:cNvSpPr txBox="1">
            <a:spLocks noChangeArrowheads="1"/>
          </p:cNvSpPr>
          <p:nvPr/>
        </p:nvSpPr>
        <p:spPr bwMode="auto">
          <a:xfrm>
            <a:off x="428625" y="954088"/>
            <a:ext cx="860742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342900" indent="-342900" eaLnBrk="0" hangingPunct="0">
              <a:defRPr sz="2000">
                <a:solidFill>
                  <a:schemeClr val="tx1"/>
                </a:solidFill>
                <a:latin typeface="Verdana" pitchFamily="34" charset="0"/>
                <a:cs typeface="Arial" pitchFamily="34" charset="0"/>
              </a:defRPr>
            </a:lvl1pPr>
            <a:lvl2pPr marL="177800" indent="-17780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lvl="1" algn="just">
              <a:spcBef>
                <a:spcPts val="600"/>
              </a:spcBef>
              <a:buClr>
                <a:srgbClr val="0070C0"/>
              </a:buClr>
              <a:buFont typeface="Wingdings" pitchFamily="2" charset="2"/>
              <a:buChar char="§"/>
            </a:pPr>
            <a:r>
              <a:rPr lang="fr-FR" dirty="0">
                <a:latin typeface="Arial" pitchFamily="34" charset="0"/>
              </a:rPr>
              <a:t>Un </a:t>
            </a:r>
            <a:r>
              <a:rPr lang="fr-FR" b="1" dirty="0">
                <a:solidFill>
                  <a:srgbClr val="0000CC"/>
                </a:solidFill>
                <a:latin typeface="Arial" pitchFamily="34" charset="0"/>
              </a:rPr>
              <a:t>réseau informatique</a:t>
            </a:r>
            <a:r>
              <a:rPr lang="fr-FR" dirty="0">
                <a:solidFill>
                  <a:srgbClr val="0000CC"/>
                </a:solidFill>
                <a:latin typeface="Arial" pitchFamily="34" charset="0"/>
              </a:rPr>
              <a:t> </a:t>
            </a:r>
            <a:r>
              <a:rPr lang="fr-FR" dirty="0">
                <a:latin typeface="Arial" pitchFamily="34" charset="0"/>
              </a:rPr>
              <a:t>est un </a:t>
            </a:r>
            <a:r>
              <a:rPr lang="fr-FR" dirty="0">
                <a:solidFill>
                  <a:srgbClr val="FF0000"/>
                </a:solidFill>
                <a:latin typeface="Arial" pitchFamily="34" charset="0"/>
              </a:rPr>
              <a:t>ensemble d'appareils </a:t>
            </a:r>
            <a:r>
              <a:rPr lang="fr-FR" dirty="0">
                <a:latin typeface="Arial" pitchFamily="34" charset="0"/>
              </a:rPr>
              <a:t>(ordinateurs et périphériques) </a:t>
            </a:r>
            <a:r>
              <a:rPr lang="fr-FR" dirty="0">
                <a:solidFill>
                  <a:srgbClr val="FF0000"/>
                </a:solidFill>
                <a:latin typeface="Arial" pitchFamily="34" charset="0"/>
              </a:rPr>
              <a:t>reliés entre eux </a:t>
            </a:r>
            <a:r>
              <a:rPr lang="fr-FR" dirty="0">
                <a:latin typeface="Arial" pitchFamily="34" charset="0"/>
              </a:rPr>
              <a:t>dans le but de permettre à ses utilisateurs de </a:t>
            </a:r>
            <a:r>
              <a:rPr lang="fr-FR" dirty="0">
                <a:solidFill>
                  <a:srgbClr val="FF0000"/>
                </a:solidFill>
                <a:latin typeface="Arial" pitchFamily="34" charset="0"/>
              </a:rPr>
              <a:t>transférer des informations électroniques. </a:t>
            </a:r>
            <a:r>
              <a:rPr lang="fr-FR" dirty="0">
                <a:latin typeface="Arial" pitchFamily="34" charset="0"/>
              </a:rPr>
              <a:t>Il permet de </a:t>
            </a:r>
            <a:r>
              <a:rPr lang="fr-FR" dirty="0">
                <a:solidFill>
                  <a:srgbClr val="FF0000"/>
                </a:solidFill>
                <a:latin typeface="Arial" pitchFamily="34" charset="0"/>
              </a:rPr>
              <a:t>communiquer</a:t>
            </a:r>
            <a:r>
              <a:rPr lang="fr-FR" dirty="0">
                <a:latin typeface="Arial" pitchFamily="34" charset="0"/>
              </a:rPr>
              <a:t>, de </a:t>
            </a:r>
            <a:r>
              <a:rPr lang="fr-FR" dirty="0">
                <a:solidFill>
                  <a:srgbClr val="FF0000"/>
                </a:solidFill>
                <a:latin typeface="Arial" pitchFamily="34" charset="0"/>
              </a:rPr>
              <a:t>partager</a:t>
            </a:r>
            <a:r>
              <a:rPr lang="fr-FR" dirty="0">
                <a:latin typeface="Arial" pitchFamily="34" charset="0"/>
              </a:rPr>
              <a:t> des ressources matérielles et logicielles.</a:t>
            </a:r>
          </a:p>
        </p:txBody>
      </p:sp>
      <p:pic>
        <p:nvPicPr>
          <p:cNvPr id="171010" name="Picture 2" descr="Le réseau informatique du collè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892" y="2276840"/>
            <a:ext cx="6425568" cy="4372993"/>
          </a:xfrm>
          <a:prstGeom prst="rect">
            <a:avLst/>
          </a:prstGeom>
          <a:noFill/>
          <a:extLst>
            <a:ext uri="{909E8E84-426E-40DD-AFC4-6F175D3DCCD1}">
              <a14:hiddenFill xmlns:a14="http://schemas.microsoft.com/office/drawing/2010/main">
                <a:solidFill>
                  <a:srgbClr val="FFFFFF"/>
                </a:solidFill>
              </a14:hiddenFill>
            </a:ext>
          </a:extLst>
        </p:spPr>
      </p:pic>
      <p:sp>
        <p:nvSpPr>
          <p:cNvPr id="8" name="Virage 7"/>
          <p:cNvSpPr/>
          <p:nvPr/>
        </p:nvSpPr>
        <p:spPr bwMode="auto">
          <a:xfrm flipV="1">
            <a:off x="755470"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880313628"/>
      </p:ext>
    </p:extLst>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9"/>
          <p:cNvSpPr txBox="1">
            <a:spLocks noChangeArrowheads="1"/>
          </p:cNvSpPr>
          <p:nvPr/>
        </p:nvSpPr>
        <p:spPr bwMode="auto">
          <a:xfrm>
            <a:off x="611188" y="52388"/>
            <a:ext cx="8172450" cy="815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charset="0"/>
              </a:defRPr>
            </a:lvl1pPr>
            <a:lvl2pPr marL="742950" indent="-285750" eaLnBrk="0" hangingPunct="0">
              <a:defRPr sz="2000">
                <a:solidFill>
                  <a:schemeClr val="tx1"/>
                </a:solidFill>
                <a:latin typeface="Verdana" pitchFamily="34" charset="0"/>
                <a:cs typeface="Arial" charset="0"/>
              </a:defRPr>
            </a:lvl2pPr>
            <a:lvl3pPr marL="1143000" indent="-228600" eaLnBrk="0" hangingPunct="0">
              <a:defRPr sz="2000">
                <a:solidFill>
                  <a:schemeClr val="tx1"/>
                </a:solidFill>
                <a:latin typeface="Verdana" pitchFamily="34" charset="0"/>
                <a:cs typeface="Arial" charset="0"/>
              </a:defRPr>
            </a:lvl3pPr>
            <a:lvl4pPr marL="1600200" indent="-228600" eaLnBrk="0" hangingPunct="0">
              <a:defRPr sz="2000">
                <a:solidFill>
                  <a:schemeClr val="tx1"/>
                </a:solidFill>
                <a:latin typeface="Verdana" pitchFamily="34" charset="0"/>
                <a:cs typeface="Arial" charset="0"/>
              </a:defRPr>
            </a:lvl4pPr>
            <a:lvl5pPr marL="2057400" indent="-228600" eaLnBrk="0" hangingPunct="0">
              <a:defRPr sz="2000">
                <a:solidFill>
                  <a:schemeClr val="tx1"/>
                </a:solidFill>
                <a:latin typeface="Verdana" pitchFamily="34" charset="0"/>
                <a:cs typeface="Arial"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charset="0"/>
              </a:defRPr>
            </a:lvl9pPr>
          </a:lstStyle>
          <a:p>
            <a:pPr>
              <a:buClrTx/>
              <a:buFontTx/>
              <a:buNone/>
              <a:defRPr/>
            </a:pPr>
            <a:r>
              <a:rPr lang="fr-FR" b="1" dirty="0">
                <a:solidFill>
                  <a:schemeClr val="bg2">
                    <a:lumMod val="50000"/>
                  </a:schemeClr>
                </a:solidFill>
                <a:latin typeface="Arial" charset="0"/>
              </a:rPr>
              <a:t>Introduction</a:t>
            </a:r>
          </a:p>
          <a:p>
            <a:pPr>
              <a:buClrTx/>
              <a:buFontTx/>
              <a:buNone/>
              <a:defRPr/>
            </a:pPr>
            <a:endParaRPr lang="fr-FR" sz="1800" b="1" dirty="0">
              <a:solidFill>
                <a:srgbClr val="000000"/>
              </a:solidFill>
              <a:latin typeface="Arial" charset="0"/>
            </a:endParaRPr>
          </a:p>
        </p:txBody>
      </p:sp>
      <p:sp>
        <p:nvSpPr>
          <p:cNvPr id="22531" name="Rectangle 10"/>
          <p:cNvSpPr>
            <a:spLocks noChangeArrowheads="1"/>
          </p:cNvSpPr>
          <p:nvPr/>
        </p:nvSpPr>
        <p:spPr bwMode="auto">
          <a:xfrm>
            <a:off x="1163638"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Utilités des réseaux</a:t>
            </a:r>
          </a:p>
        </p:txBody>
      </p:sp>
      <p:sp>
        <p:nvSpPr>
          <p:cNvPr id="21508" name="Text Box 9"/>
          <p:cNvSpPr txBox="1">
            <a:spLocks noChangeArrowheads="1"/>
          </p:cNvSpPr>
          <p:nvPr/>
        </p:nvSpPr>
        <p:spPr bwMode="auto">
          <a:xfrm>
            <a:off x="428625" y="1057275"/>
            <a:ext cx="8607425" cy="570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342900" indent="-342900" eaLnBrk="0" hangingPunct="0">
              <a:defRPr sz="2000">
                <a:solidFill>
                  <a:schemeClr val="tx1"/>
                </a:solidFill>
                <a:latin typeface="Verdana" pitchFamily="34" charset="0"/>
                <a:cs typeface="Arial" pitchFamily="34" charset="0"/>
              </a:defRPr>
            </a:lvl1pPr>
            <a:lvl2pPr marL="177800" indent="-17780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lvl="1" algn="just">
              <a:spcBef>
                <a:spcPts val="600"/>
              </a:spcBef>
              <a:buClr>
                <a:srgbClr val="0070C0"/>
              </a:buClr>
              <a:buFont typeface="Wingdings" pitchFamily="2" charset="2"/>
              <a:buChar char="§"/>
              <a:defRPr/>
            </a:pPr>
            <a:r>
              <a:rPr lang="fr-FR" b="1" dirty="0">
                <a:solidFill>
                  <a:srgbClr val="0000CC"/>
                </a:solidFill>
                <a:latin typeface="Arial" pitchFamily="34" charset="0"/>
              </a:rPr>
              <a:t>Pour les entreprises et organisations:</a:t>
            </a:r>
          </a:p>
          <a:p>
            <a:pPr marL="342900" lvl="1" indent="-165100" algn="just">
              <a:spcBef>
                <a:spcPts val="600"/>
              </a:spcBef>
              <a:buClr>
                <a:srgbClr val="0070C0"/>
              </a:buClr>
              <a:buFont typeface="Arial" pitchFamily="34" charset="0"/>
              <a:buChar char="•"/>
              <a:defRPr/>
            </a:pPr>
            <a:r>
              <a:rPr lang="fr-FR" dirty="0">
                <a:latin typeface="Arial" pitchFamily="34" charset="0"/>
              </a:rPr>
              <a:t>Partage des ressources (programmes, données, matériels,…).</a:t>
            </a:r>
          </a:p>
          <a:p>
            <a:pPr marL="342900" lvl="1" indent="-165100" algn="just">
              <a:spcBef>
                <a:spcPts val="600"/>
              </a:spcBef>
              <a:buClr>
                <a:srgbClr val="0070C0"/>
              </a:buClr>
              <a:buFont typeface="Arial" pitchFamily="34" charset="0"/>
              <a:buChar char="•"/>
              <a:defRPr/>
            </a:pPr>
            <a:r>
              <a:rPr lang="fr-FR" dirty="0">
                <a:latin typeface="Arial" pitchFamily="34" charset="0"/>
              </a:rPr>
              <a:t>Fiabilité et résistance aux pannes (duplication des données, disponibilité).</a:t>
            </a:r>
          </a:p>
          <a:p>
            <a:pPr marL="342900" lvl="1" indent="-165100" algn="just">
              <a:spcBef>
                <a:spcPts val="600"/>
              </a:spcBef>
              <a:buClr>
                <a:srgbClr val="0070C0"/>
              </a:buClr>
              <a:buFont typeface="Arial" pitchFamily="34" charset="0"/>
              <a:buChar char="•"/>
              <a:defRPr/>
            </a:pPr>
            <a:r>
              <a:rPr lang="fr-FR" dirty="0">
                <a:latin typeface="Arial" pitchFamily="34" charset="0"/>
              </a:rPr>
              <a:t>Réduction de coût (utilisation du nécessaire).</a:t>
            </a:r>
          </a:p>
          <a:p>
            <a:pPr marL="342900" lvl="1" indent="-165100" algn="just">
              <a:spcBef>
                <a:spcPts val="600"/>
              </a:spcBef>
              <a:buClr>
                <a:srgbClr val="0070C0"/>
              </a:buClr>
              <a:buFont typeface="Arial" pitchFamily="34" charset="0"/>
              <a:buChar char="•"/>
              <a:defRPr/>
            </a:pPr>
            <a:r>
              <a:rPr lang="fr-FR" dirty="0">
                <a:latin typeface="Arial" pitchFamily="34" charset="0"/>
              </a:rPr>
              <a:t>Outils de communication (messagerie électronique, travail collaboratif).</a:t>
            </a:r>
          </a:p>
          <a:p>
            <a:pPr marL="342900" lvl="1" indent="-165100" algn="just">
              <a:spcBef>
                <a:spcPts val="600"/>
              </a:spcBef>
              <a:buClr>
                <a:srgbClr val="0070C0"/>
              </a:buClr>
              <a:buFont typeface="Arial" pitchFamily="34" charset="0"/>
              <a:buChar char="•"/>
              <a:defRPr/>
            </a:pPr>
            <a:r>
              <a:rPr lang="fr-FR" dirty="0">
                <a:latin typeface="Arial" pitchFamily="34" charset="0"/>
              </a:rPr>
              <a:t>Commerce électronique (répondre aux commandes).</a:t>
            </a:r>
          </a:p>
          <a:p>
            <a:pPr marL="342900" lvl="1" indent="-165100" algn="just">
              <a:spcBef>
                <a:spcPts val="600"/>
              </a:spcBef>
              <a:buClr>
                <a:srgbClr val="0070C0"/>
              </a:buClr>
              <a:buFont typeface="Arial" pitchFamily="34" charset="0"/>
              <a:buChar char="•"/>
              <a:defRPr/>
            </a:pPr>
            <a:r>
              <a:rPr lang="fr-FR" dirty="0">
                <a:latin typeface="Arial" pitchFamily="34" charset="0"/>
              </a:rPr>
              <a:t>…</a:t>
            </a:r>
          </a:p>
          <a:p>
            <a:pPr lvl="1" indent="0" algn="just">
              <a:spcBef>
                <a:spcPts val="600"/>
              </a:spcBef>
              <a:buClr>
                <a:srgbClr val="0070C0"/>
              </a:buClr>
              <a:defRPr/>
            </a:pPr>
            <a:endParaRPr lang="fr-FR" dirty="0">
              <a:latin typeface="Arial" pitchFamily="34" charset="0"/>
            </a:endParaRPr>
          </a:p>
          <a:p>
            <a:pPr lvl="1" algn="just">
              <a:spcBef>
                <a:spcPts val="600"/>
              </a:spcBef>
              <a:buClr>
                <a:srgbClr val="0070C0"/>
              </a:buClr>
              <a:buFont typeface="Wingdings" pitchFamily="2" charset="2"/>
              <a:buChar char="§"/>
              <a:defRPr/>
            </a:pPr>
            <a:r>
              <a:rPr lang="fr-FR" b="1" dirty="0">
                <a:solidFill>
                  <a:srgbClr val="0000CC"/>
                </a:solidFill>
                <a:latin typeface="Arial" pitchFamily="34" charset="0"/>
              </a:rPr>
              <a:t>Pour les particuliers:</a:t>
            </a:r>
          </a:p>
          <a:p>
            <a:pPr marL="342900" lvl="1" indent="-165100" algn="just">
              <a:spcBef>
                <a:spcPts val="600"/>
              </a:spcBef>
              <a:buClr>
                <a:srgbClr val="0070C0"/>
              </a:buClr>
              <a:buFont typeface="Arial" pitchFamily="34" charset="0"/>
              <a:buChar char="•"/>
              <a:defRPr/>
            </a:pPr>
            <a:r>
              <a:rPr lang="fr-FR" dirty="0">
                <a:latin typeface="Arial" pitchFamily="34" charset="0"/>
              </a:rPr>
              <a:t>Accès à l’information (navigation internet, téléchargement, www, FTP).</a:t>
            </a:r>
          </a:p>
          <a:p>
            <a:pPr marL="342900" lvl="1" indent="-165100" algn="just">
              <a:spcBef>
                <a:spcPts val="600"/>
              </a:spcBef>
              <a:buClr>
                <a:srgbClr val="0070C0"/>
              </a:buClr>
              <a:buFont typeface="Arial" pitchFamily="34" charset="0"/>
              <a:buChar char="•"/>
              <a:defRPr/>
            </a:pPr>
            <a:r>
              <a:rPr lang="fr-FR" dirty="0">
                <a:latin typeface="Arial" pitchFamily="34" charset="0"/>
              </a:rPr>
              <a:t>Communication(email, messagerie instantanée, forums, blog,…).</a:t>
            </a:r>
          </a:p>
          <a:p>
            <a:pPr marL="342900" lvl="1" indent="-165100" algn="just">
              <a:spcBef>
                <a:spcPts val="600"/>
              </a:spcBef>
              <a:buClr>
                <a:srgbClr val="0070C0"/>
              </a:buClr>
              <a:buFont typeface="Arial" pitchFamily="34" charset="0"/>
              <a:buChar char="•"/>
              <a:defRPr/>
            </a:pPr>
            <a:r>
              <a:rPr lang="fr-FR" dirty="0">
                <a:latin typeface="Arial" pitchFamily="34" charset="0"/>
              </a:rPr>
              <a:t>Commerce électronique (les achats sur l’internet)</a:t>
            </a:r>
          </a:p>
          <a:p>
            <a:pPr marL="342900" lvl="1" indent="-165100" algn="just">
              <a:spcBef>
                <a:spcPts val="600"/>
              </a:spcBef>
              <a:buClr>
                <a:srgbClr val="0070C0"/>
              </a:buClr>
              <a:buFont typeface="Arial" pitchFamily="34" charset="0"/>
              <a:buChar char="•"/>
              <a:defRPr/>
            </a:pPr>
            <a:r>
              <a:rPr lang="fr-FR" dirty="0">
                <a:latin typeface="Arial" pitchFamily="34" charset="0"/>
              </a:rPr>
              <a:t>….</a:t>
            </a:r>
          </a:p>
          <a:p>
            <a:pPr lvl="1" algn="just">
              <a:spcBef>
                <a:spcPts val="600"/>
              </a:spcBef>
              <a:buClr>
                <a:srgbClr val="0070C0"/>
              </a:buClr>
              <a:buFont typeface="Wingdings" pitchFamily="2" charset="2"/>
              <a:buChar char="§"/>
              <a:defRPr/>
            </a:pPr>
            <a:endParaRPr lang="fr-FR" dirty="0">
              <a:latin typeface="Arial" pitchFamily="34" charset="0"/>
            </a:endParaRPr>
          </a:p>
        </p:txBody>
      </p:sp>
      <p:sp>
        <p:nvSpPr>
          <p:cNvPr id="7" name="Virage 6"/>
          <p:cNvSpPr/>
          <p:nvPr/>
        </p:nvSpPr>
        <p:spPr bwMode="auto">
          <a:xfrm flipV="1">
            <a:off x="791530"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5832929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1508">
                                            <p:txEl>
                                              <p:pRg st="8" end="8"/>
                                            </p:txEl>
                                          </p:spTgt>
                                        </p:tgtEl>
                                        <p:attrNameLst>
                                          <p:attrName>style.visibility</p:attrName>
                                        </p:attrNameLst>
                                      </p:cBhvr>
                                      <p:to>
                                        <p:strVal val="visible"/>
                                      </p:to>
                                    </p:set>
                                    <p:animEffect transition="in" filter="barn(inVertical)">
                                      <p:cBhvr>
                                        <p:cTn id="7" dur="500"/>
                                        <p:tgtEl>
                                          <p:spTgt spid="21508">
                                            <p:txEl>
                                              <p:pRg st="8" end="8"/>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1508">
                                            <p:txEl>
                                              <p:pRg st="9" end="9"/>
                                            </p:txEl>
                                          </p:spTgt>
                                        </p:tgtEl>
                                        <p:attrNameLst>
                                          <p:attrName>style.visibility</p:attrName>
                                        </p:attrNameLst>
                                      </p:cBhvr>
                                      <p:to>
                                        <p:strVal val="visible"/>
                                      </p:to>
                                    </p:set>
                                    <p:animEffect transition="in" filter="barn(inVertical)">
                                      <p:cBhvr>
                                        <p:cTn id="10" dur="500"/>
                                        <p:tgtEl>
                                          <p:spTgt spid="21508">
                                            <p:txEl>
                                              <p:pRg st="9" end="9"/>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21508">
                                            <p:txEl>
                                              <p:pRg st="10" end="10"/>
                                            </p:txEl>
                                          </p:spTgt>
                                        </p:tgtEl>
                                        <p:attrNameLst>
                                          <p:attrName>style.visibility</p:attrName>
                                        </p:attrNameLst>
                                      </p:cBhvr>
                                      <p:to>
                                        <p:strVal val="visible"/>
                                      </p:to>
                                    </p:set>
                                    <p:animEffect transition="in" filter="barn(inVertical)">
                                      <p:cBhvr>
                                        <p:cTn id="13" dur="500"/>
                                        <p:tgtEl>
                                          <p:spTgt spid="21508">
                                            <p:txEl>
                                              <p:pRg st="10" end="10"/>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21508">
                                            <p:txEl>
                                              <p:pRg st="11" end="11"/>
                                            </p:txEl>
                                          </p:spTgt>
                                        </p:tgtEl>
                                        <p:attrNameLst>
                                          <p:attrName>style.visibility</p:attrName>
                                        </p:attrNameLst>
                                      </p:cBhvr>
                                      <p:to>
                                        <p:strVal val="visible"/>
                                      </p:to>
                                    </p:set>
                                    <p:animEffect transition="in" filter="barn(inVertical)">
                                      <p:cBhvr>
                                        <p:cTn id="16" dur="500"/>
                                        <p:tgtEl>
                                          <p:spTgt spid="21508">
                                            <p:txEl>
                                              <p:pRg st="11" end="11"/>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21508">
                                            <p:txEl>
                                              <p:pRg st="12" end="12"/>
                                            </p:txEl>
                                          </p:spTgt>
                                        </p:tgtEl>
                                        <p:attrNameLst>
                                          <p:attrName>style.visibility</p:attrName>
                                        </p:attrNameLst>
                                      </p:cBhvr>
                                      <p:to>
                                        <p:strVal val="visible"/>
                                      </p:to>
                                    </p:set>
                                    <p:animEffect transition="in" filter="barn(inVertical)">
                                      <p:cBhvr>
                                        <p:cTn id="19" dur="500"/>
                                        <p:tgtEl>
                                          <p:spTgt spid="2150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9"/>
          <p:cNvSpPr txBox="1">
            <a:spLocks noChangeArrowheads="1"/>
          </p:cNvSpPr>
          <p:nvPr/>
        </p:nvSpPr>
        <p:spPr bwMode="auto">
          <a:xfrm>
            <a:off x="611450" y="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2560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Qu’est-ce que la communication?</a:t>
            </a:r>
          </a:p>
        </p:txBody>
      </p:sp>
      <p:sp>
        <p:nvSpPr>
          <p:cNvPr id="25605" name="object 5"/>
          <p:cNvSpPr>
            <a:spLocks noChangeArrowheads="1"/>
          </p:cNvSpPr>
          <p:nvPr/>
        </p:nvSpPr>
        <p:spPr bwMode="auto">
          <a:xfrm>
            <a:off x="7593013" y="3319463"/>
            <a:ext cx="1365250" cy="1981200"/>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5606" name="object 6"/>
          <p:cNvSpPr>
            <a:spLocks noChangeArrowheads="1"/>
          </p:cNvSpPr>
          <p:nvPr/>
        </p:nvSpPr>
        <p:spPr bwMode="auto">
          <a:xfrm>
            <a:off x="7596420" y="1414463"/>
            <a:ext cx="1536700" cy="1316037"/>
          </a:xfrm>
          <a:prstGeom prst="rect">
            <a:avLst/>
          </a:prstGeom>
          <a:blipFill dpi="0" rotWithShape="1">
            <a:blip r:embed="rId5"/>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25607" name="object 7"/>
          <p:cNvSpPr txBox="1">
            <a:spLocks noChangeArrowheads="1"/>
          </p:cNvSpPr>
          <p:nvPr/>
        </p:nvSpPr>
        <p:spPr bwMode="auto">
          <a:xfrm>
            <a:off x="466725" y="943414"/>
            <a:ext cx="7058025" cy="6158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274638" indent="-274638" eaLnBrk="0" hangingPunct="0">
              <a:tabLst>
                <a:tab pos="0" algn="l"/>
              </a:tabLst>
              <a:defRPr sz="2000">
                <a:solidFill>
                  <a:schemeClr val="tx1"/>
                </a:solidFill>
                <a:latin typeface="Verdana" pitchFamily="34" charset="0"/>
                <a:cs typeface="Arial" pitchFamily="34" charset="0"/>
              </a:defRPr>
            </a:lvl1pPr>
            <a:lvl2pPr marL="742950" indent="-285750" eaLnBrk="0" hangingPunct="0">
              <a:tabLst>
                <a:tab pos="0" algn="l"/>
              </a:tabLst>
              <a:defRPr sz="2000">
                <a:solidFill>
                  <a:schemeClr val="tx1"/>
                </a:solidFill>
                <a:latin typeface="Verdana" pitchFamily="34" charset="0"/>
                <a:cs typeface="Arial" pitchFamily="34" charset="0"/>
              </a:defRPr>
            </a:lvl2pPr>
            <a:lvl3pPr marL="900113" indent="-176213" eaLnBrk="0" hangingPunct="0">
              <a:tabLst>
                <a:tab pos="0" algn="l"/>
              </a:tabLst>
              <a:defRPr sz="2000">
                <a:solidFill>
                  <a:schemeClr val="tx1"/>
                </a:solidFill>
                <a:latin typeface="Verdana" pitchFamily="34" charset="0"/>
                <a:cs typeface="Arial" pitchFamily="34" charset="0"/>
              </a:defRPr>
            </a:lvl3pPr>
            <a:lvl4pPr marL="1600200" indent="-228600" eaLnBrk="0" hangingPunct="0">
              <a:tabLst>
                <a:tab pos="0" algn="l"/>
              </a:tabLst>
              <a:defRPr sz="2000">
                <a:solidFill>
                  <a:schemeClr val="tx1"/>
                </a:solidFill>
                <a:latin typeface="Verdana" pitchFamily="34" charset="0"/>
                <a:cs typeface="Arial" pitchFamily="34" charset="0"/>
              </a:defRPr>
            </a:lvl4pPr>
            <a:lvl5pPr marL="2057400" indent="-228600" eaLnBrk="0" hangingPunct="0">
              <a:tabLst>
                <a:tab pos="0" algn="l"/>
              </a:tabLst>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tabLst>
                <a:tab pos="0" algn="l"/>
              </a:tabLst>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tabLst>
                <a:tab pos="0" algn="l"/>
              </a:tabLst>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tabLst>
                <a:tab pos="0" algn="l"/>
              </a:tabLst>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tabLst>
                <a:tab pos="0" algn="l"/>
              </a:tabLst>
              <a:defRPr sz="2000">
                <a:solidFill>
                  <a:schemeClr val="tx1"/>
                </a:solidFill>
                <a:latin typeface="Verdana" pitchFamily="34" charset="0"/>
                <a:cs typeface="Arial" pitchFamily="34" charset="0"/>
              </a:defRPr>
            </a:lvl9pPr>
          </a:lstStyle>
          <a:p>
            <a:pPr algn="just" eaLnBrk="1" hangingPunct="1">
              <a:spcBef>
                <a:spcPts val="1200"/>
              </a:spcBef>
              <a:spcAft>
                <a:spcPts val="0"/>
              </a:spcAft>
              <a:buClr>
                <a:srgbClr val="00007C"/>
              </a:buClr>
              <a:buFont typeface="Wingdings" pitchFamily="2" charset="2"/>
              <a:buChar char="§"/>
            </a:pPr>
            <a:r>
              <a:rPr lang="fr-FR" dirty="0">
                <a:latin typeface="Arial" pitchFamily="34" charset="0"/>
              </a:rPr>
              <a:t>Avant de commencer à communiquer, nous établissons des règles, ou  conventions, qui régissent la conversation.</a:t>
            </a:r>
          </a:p>
          <a:p>
            <a:pPr algn="just" eaLnBrk="1" hangingPunct="1">
              <a:spcBef>
                <a:spcPts val="1200"/>
              </a:spcBef>
              <a:spcAft>
                <a:spcPts val="0"/>
              </a:spcAft>
              <a:buClr>
                <a:srgbClr val="00007C"/>
              </a:buClr>
              <a:buFont typeface="Wingdings" pitchFamily="2" charset="2"/>
              <a:buChar char="§"/>
            </a:pPr>
            <a:r>
              <a:rPr lang="fr-FR" dirty="0">
                <a:latin typeface="Arial" pitchFamily="34" charset="0"/>
              </a:rPr>
              <a:t>Ces règles ou </a:t>
            </a:r>
            <a:r>
              <a:rPr lang="fr-FR" b="1" dirty="0">
                <a:solidFill>
                  <a:srgbClr val="0000CC"/>
                </a:solidFill>
                <a:latin typeface="Arial" pitchFamily="34" charset="0"/>
              </a:rPr>
              <a:t>protocoles</a:t>
            </a:r>
            <a:r>
              <a:rPr lang="fr-FR" b="1" dirty="0">
                <a:latin typeface="Arial" pitchFamily="34" charset="0"/>
              </a:rPr>
              <a:t> </a:t>
            </a:r>
            <a:r>
              <a:rPr lang="fr-FR" dirty="0">
                <a:latin typeface="Arial" pitchFamily="34" charset="0"/>
              </a:rPr>
              <a:t>doivent être respectés pour que le message  soit correctement transmis et compris.</a:t>
            </a:r>
          </a:p>
          <a:p>
            <a:pPr algn="just" eaLnBrk="1" hangingPunct="1">
              <a:spcBef>
                <a:spcPts val="1200"/>
              </a:spcBef>
              <a:spcAft>
                <a:spcPts val="0"/>
              </a:spcAft>
              <a:buClr>
                <a:srgbClr val="00007C"/>
              </a:buClr>
              <a:buFont typeface="Wingdings" pitchFamily="2" charset="2"/>
              <a:buChar char="§"/>
            </a:pPr>
            <a:r>
              <a:rPr lang="fr-FR" dirty="0">
                <a:latin typeface="Arial" pitchFamily="34" charset="0"/>
              </a:rPr>
              <a:t>Un </a:t>
            </a:r>
            <a:r>
              <a:rPr lang="fr-FR" b="1" dirty="0">
                <a:solidFill>
                  <a:srgbClr val="0000CC"/>
                </a:solidFill>
                <a:latin typeface="Arial" pitchFamily="34" charset="0"/>
              </a:rPr>
              <a:t>protocole</a:t>
            </a:r>
            <a:r>
              <a:rPr lang="fr-FR" b="1" dirty="0">
                <a:latin typeface="Arial" pitchFamily="34" charset="0"/>
              </a:rPr>
              <a:t> </a:t>
            </a:r>
            <a:r>
              <a:rPr lang="fr-FR" dirty="0">
                <a:latin typeface="Arial" pitchFamily="34" charset="0"/>
              </a:rPr>
              <a:t>est un ensemble de règles utilisées par les périphériques en réseau pour communiquer.</a:t>
            </a:r>
          </a:p>
          <a:p>
            <a:pPr algn="just" eaLnBrk="1" hangingPunct="1">
              <a:spcBef>
                <a:spcPts val="1200"/>
              </a:spcBef>
              <a:spcAft>
                <a:spcPts val="0"/>
              </a:spcAft>
              <a:buClr>
                <a:srgbClr val="00007C"/>
              </a:buClr>
              <a:buFont typeface="Wingdings" pitchFamily="2" charset="2"/>
              <a:buChar char="§"/>
            </a:pPr>
            <a:r>
              <a:rPr lang="fr-FR" dirty="0">
                <a:latin typeface="Arial" pitchFamily="34" charset="0"/>
              </a:rPr>
              <a:t>Parmi les protocoles qui régissent nos communications pour qu’elles  se déroulent correctement, citons :</a:t>
            </a:r>
          </a:p>
          <a:p>
            <a:pPr lvl="2" eaLnBrk="1" hangingPunct="1">
              <a:spcBef>
                <a:spcPts val="1200"/>
              </a:spcBef>
              <a:spcAft>
                <a:spcPts val="0"/>
              </a:spcAft>
              <a:buClr>
                <a:srgbClr val="0000CC"/>
              </a:buClr>
              <a:buFont typeface="Arial" pitchFamily="34" charset="0"/>
              <a:buChar char="•"/>
            </a:pPr>
            <a:r>
              <a:rPr lang="fr-FR" dirty="0">
                <a:latin typeface="Arial" pitchFamily="34" charset="0"/>
              </a:rPr>
              <a:t>L’identification de l’expéditeur et du destinataire</a:t>
            </a:r>
          </a:p>
          <a:p>
            <a:pPr lvl="2" eaLnBrk="1" hangingPunct="1">
              <a:spcBef>
                <a:spcPts val="1200"/>
              </a:spcBef>
              <a:spcAft>
                <a:spcPts val="0"/>
              </a:spcAft>
              <a:buClr>
                <a:srgbClr val="0000CC"/>
              </a:buClr>
              <a:buFont typeface="Arial" pitchFamily="34" charset="0"/>
              <a:buChar char="•"/>
            </a:pPr>
            <a:r>
              <a:rPr lang="fr-FR" dirty="0">
                <a:latin typeface="Arial" pitchFamily="34" charset="0"/>
              </a:rPr>
              <a:t>Le recours à une méthode de communication convenue (face-à-face, téléphone, lettre,  photographie) ;</a:t>
            </a:r>
          </a:p>
          <a:p>
            <a:pPr lvl="2" eaLnBrk="1" hangingPunct="1">
              <a:spcBef>
                <a:spcPts val="1200"/>
              </a:spcBef>
              <a:spcAft>
                <a:spcPts val="0"/>
              </a:spcAft>
              <a:buClr>
                <a:srgbClr val="0000CC"/>
              </a:buClr>
              <a:buFont typeface="Arial" pitchFamily="34" charset="0"/>
              <a:buChar char="•"/>
            </a:pPr>
            <a:r>
              <a:rPr lang="fr-FR" dirty="0">
                <a:latin typeface="Arial" pitchFamily="34" charset="0"/>
              </a:rPr>
              <a:t>L’utilisation d’une langue et d’une syntaxe communes ;</a:t>
            </a:r>
          </a:p>
          <a:p>
            <a:pPr lvl="2" eaLnBrk="1" hangingPunct="1">
              <a:spcBef>
                <a:spcPts val="1200"/>
              </a:spcBef>
              <a:spcAft>
                <a:spcPts val="0"/>
              </a:spcAft>
              <a:buClr>
                <a:srgbClr val="0000CC"/>
              </a:buClr>
              <a:buFont typeface="Arial" pitchFamily="34" charset="0"/>
              <a:buChar char="•"/>
            </a:pPr>
            <a:r>
              <a:rPr lang="fr-FR" dirty="0">
                <a:latin typeface="Arial" pitchFamily="34" charset="0"/>
              </a:rPr>
              <a:t>La vitesse et le rythme ;</a:t>
            </a:r>
          </a:p>
          <a:p>
            <a:pPr lvl="2" eaLnBrk="1" hangingPunct="1">
              <a:spcBef>
                <a:spcPts val="1200"/>
              </a:spcBef>
              <a:spcAft>
                <a:spcPts val="0"/>
              </a:spcAft>
              <a:buClr>
                <a:srgbClr val="0000CC"/>
              </a:buClr>
              <a:buFont typeface="Arial" pitchFamily="34" charset="0"/>
              <a:buChar char="•"/>
            </a:pPr>
            <a:r>
              <a:rPr lang="fr-FR" dirty="0">
                <a:latin typeface="Arial" pitchFamily="34" charset="0"/>
              </a:rPr>
              <a:t>La demande de confirmation ou de reçu.</a:t>
            </a:r>
          </a:p>
          <a:p>
            <a:pPr eaLnBrk="1" hangingPunct="1">
              <a:lnSpc>
                <a:spcPct val="80000"/>
              </a:lnSpc>
              <a:spcBef>
                <a:spcPts val="475"/>
              </a:spcBef>
              <a:buClr>
                <a:srgbClr val="00007C"/>
              </a:buClr>
            </a:pPr>
            <a:endParaRPr lang="fr-FR" dirty="0">
              <a:latin typeface="Arial" pitchFamily="34" charset="0"/>
            </a:endParaRPr>
          </a:p>
        </p:txBody>
      </p:sp>
      <p:sp>
        <p:nvSpPr>
          <p:cNvPr id="9" name="Virage 8"/>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0979065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5607">
                                            <p:txEl>
                                              <p:pRg st="3" end="3"/>
                                            </p:txEl>
                                          </p:spTgt>
                                        </p:tgtEl>
                                        <p:attrNameLst>
                                          <p:attrName>style.visibility</p:attrName>
                                        </p:attrNameLst>
                                      </p:cBhvr>
                                      <p:to>
                                        <p:strVal val="visible"/>
                                      </p:to>
                                    </p:set>
                                    <p:animEffect transition="in" filter="barn(inVertical)">
                                      <p:cBhvr>
                                        <p:cTn id="7" dur="500"/>
                                        <p:tgtEl>
                                          <p:spTgt spid="2560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5607">
                                            <p:txEl>
                                              <p:pRg st="4" end="4"/>
                                            </p:txEl>
                                          </p:spTgt>
                                        </p:tgtEl>
                                        <p:attrNameLst>
                                          <p:attrName>style.visibility</p:attrName>
                                        </p:attrNameLst>
                                      </p:cBhvr>
                                      <p:to>
                                        <p:strVal val="visible"/>
                                      </p:to>
                                    </p:set>
                                    <p:animEffect transition="in" filter="barn(inVertical)">
                                      <p:cBhvr>
                                        <p:cTn id="12" dur="500"/>
                                        <p:tgtEl>
                                          <p:spTgt spid="25607">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5607">
                                            <p:txEl>
                                              <p:pRg st="5" end="5"/>
                                            </p:txEl>
                                          </p:spTgt>
                                        </p:tgtEl>
                                        <p:attrNameLst>
                                          <p:attrName>style.visibility</p:attrName>
                                        </p:attrNameLst>
                                      </p:cBhvr>
                                      <p:to>
                                        <p:strVal val="visible"/>
                                      </p:to>
                                    </p:set>
                                    <p:animEffect transition="in" filter="barn(inVertical)">
                                      <p:cBhvr>
                                        <p:cTn id="17" dur="500"/>
                                        <p:tgtEl>
                                          <p:spTgt spid="25607">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5607">
                                            <p:txEl>
                                              <p:pRg st="6" end="6"/>
                                            </p:txEl>
                                          </p:spTgt>
                                        </p:tgtEl>
                                        <p:attrNameLst>
                                          <p:attrName>style.visibility</p:attrName>
                                        </p:attrNameLst>
                                      </p:cBhvr>
                                      <p:to>
                                        <p:strVal val="visible"/>
                                      </p:to>
                                    </p:set>
                                    <p:animEffect transition="in" filter="barn(inVertical)">
                                      <p:cBhvr>
                                        <p:cTn id="22" dur="500"/>
                                        <p:tgtEl>
                                          <p:spTgt spid="2560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5607">
                                            <p:txEl>
                                              <p:pRg st="7" end="7"/>
                                            </p:txEl>
                                          </p:spTgt>
                                        </p:tgtEl>
                                        <p:attrNameLst>
                                          <p:attrName>style.visibility</p:attrName>
                                        </p:attrNameLst>
                                      </p:cBhvr>
                                      <p:to>
                                        <p:strVal val="visible"/>
                                      </p:to>
                                    </p:set>
                                    <p:animEffect transition="in" filter="barn(inVertical)">
                                      <p:cBhvr>
                                        <p:cTn id="27" dur="500"/>
                                        <p:tgtEl>
                                          <p:spTgt spid="25607">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25607">
                                            <p:txEl>
                                              <p:pRg st="8" end="8"/>
                                            </p:txEl>
                                          </p:spTgt>
                                        </p:tgtEl>
                                        <p:attrNameLst>
                                          <p:attrName>style.visibility</p:attrName>
                                        </p:attrNameLst>
                                      </p:cBhvr>
                                      <p:to>
                                        <p:strVal val="visible"/>
                                      </p:to>
                                    </p:set>
                                    <p:animEffect transition="in" filter="barn(inVertical)">
                                      <p:cBhvr>
                                        <p:cTn id="32" dur="500"/>
                                        <p:tgtEl>
                                          <p:spTgt spid="2560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9"/>
          <p:cNvSpPr txBox="1">
            <a:spLocks noChangeArrowheads="1"/>
          </p:cNvSpPr>
          <p:nvPr/>
        </p:nvSpPr>
        <p:spPr bwMode="auto">
          <a:xfrm>
            <a:off x="539750" y="4445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2662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Qualité des communications</a:t>
            </a:r>
          </a:p>
        </p:txBody>
      </p:sp>
      <p:sp>
        <p:nvSpPr>
          <p:cNvPr id="26629" name="object 4"/>
          <p:cNvSpPr txBox="1">
            <a:spLocks noChangeArrowheads="1"/>
          </p:cNvSpPr>
          <p:nvPr/>
        </p:nvSpPr>
        <p:spPr bwMode="auto">
          <a:xfrm>
            <a:off x="323850" y="981075"/>
            <a:ext cx="860901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698500" indent="-342900" eaLnBrk="0" hangingPunct="0">
              <a:tabLst>
                <a:tab pos="355600" algn="l"/>
              </a:tabLst>
              <a:defRPr sz="2000">
                <a:solidFill>
                  <a:schemeClr val="tx1"/>
                </a:solidFill>
                <a:latin typeface="Verdana" pitchFamily="34" charset="0"/>
                <a:cs typeface="Arial" pitchFamily="34" charset="0"/>
              </a:defRPr>
            </a:lvl1pPr>
            <a:lvl2pPr marL="742950" indent="-285750" eaLnBrk="0" hangingPunct="0">
              <a:tabLst>
                <a:tab pos="355600" algn="l"/>
              </a:tabLst>
              <a:defRPr sz="2000">
                <a:solidFill>
                  <a:schemeClr val="tx1"/>
                </a:solidFill>
                <a:latin typeface="Verdana" pitchFamily="34" charset="0"/>
                <a:cs typeface="Arial" pitchFamily="34" charset="0"/>
              </a:defRPr>
            </a:lvl2pPr>
            <a:lvl3pPr marL="1143000" indent="-228600" eaLnBrk="0" hangingPunct="0">
              <a:tabLst>
                <a:tab pos="355600" algn="l"/>
              </a:tabLst>
              <a:defRPr sz="2000">
                <a:solidFill>
                  <a:schemeClr val="tx1"/>
                </a:solidFill>
                <a:latin typeface="Verdana" pitchFamily="34" charset="0"/>
                <a:cs typeface="Arial" pitchFamily="34" charset="0"/>
              </a:defRPr>
            </a:lvl3pPr>
            <a:lvl4pPr marL="1600200" indent="-228600" eaLnBrk="0" hangingPunct="0">
              <a:tabLst>
                <a:tab pos="355600" algn="l"/>
              </a:tabLst>
              <a:defRPr sz="2000">
                <a:solidFill>
                  <a:schemeClr val="tx1"/>
                </a:solidFill>
                <a:latin typeface="Verdana" pitchFamily="34" charset="0"/>
                <a:cs typeface="Arial" pitchFamily="34" charset="0"/>
              </a:defRPr>
            </a:lvl4pPr>
            <a:lvl5pPr marL="2057400" indent="-228600" eaLnBrk="0" hangingPunct="0">
              <a:tabLst>
                <a:tab pos="355600" algn="l"/>
              </a:tabLst>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tabLst>
                <a:tab pos="355600" algn="l"/>
              </a:tabLst>
              <a:defRPr sz="2000">
                <a:solidFill>
                  <a:schemeClr val="tx1"/>
                </a:solidFill>
                <a:latin typeface="Verdana" pitchFamily="34" charset="0"/>
                <a:cs typeface="Arial" pitchFamily="34" charset="0"/>
              </a:defRPr>
            </a:lvl9pPr>
          </a:lstStyle>
          <a:p>
            <a:pPr algn="just" eaLnBrk="1" hangingPunct="1">
              <a:spcBef>
                <a:spcPts val="600"/>
              </a:spcBef>
              <a:spcAft>
                <a:spcPts val="600"/>
              </a:spcAft>
              <a:buClr>
                <a:srgbClr val="00007C"/>
              </a:buClr>
              <a:buFont typeface="Wingdings" pitchFamily="2" charset="2"/>
              <a:buChar char="§"/>
            </a:pPr>
            <a:r>
              <a:rPr lang="fr-FR">
                <a:latin typeface="Arial" pitchFamily="34" charset="0"/>
              </a:rPr>
              <a:t>Lorsqu’un message se déplace sur un réseau, plusieurs facteurs  peuvent l’empêcher d’atteindre son destinataire ou en déformer le  sens initial. Ces facteurs peuvent être de nature </a:t>
            </a:r>
            <a:r>
              <a:rPr lang="fr-FR" b="1">
                <a:solidFill>
                  <a:srgbClr val="C00000"/>
                </a:solidFill>
                <a:latin typeface="Arial" pitchFamily="34" charset="0"/>
              </a:rPr>
              <a:t>Externe</a:t>
            </a:r>
            <a:r>
              <a:rPr lang="fr-FR" b="1">
                <a:latin typeface="Arial" pitchFamily="34" charset="0"/>
              </a:rPr>
              <a:t> </a:t>
            </a:r>
            <a:r>
              <a:rPr lang="fr-FR">
                <a:latin typeface="Arial" pitchFamily="34" charset="0"/>
              </a:rPr>
              <a:t>ou </a:t>
            </a:r>
            <a:r>
              <a:rPr lang="fr-FR">
                <a:solidFill>
                  <a:srgbClr val="C00000"/>
                </a:solidFill>
                <a:latin typeface="Arial" pitchFamily="34" charset="0"/>
              </a:rPr>
              <a:t> </a:t>
            </a:r>
            <a:r>
              <a:rPr lang="fr-FR" b="1">
                <a:solidFill>
                  <a:srgbClr val="C00000"/>
                </a:solidFill>
                <a:latin typeface="Arial" pitchFamily="34" charset="0"/>
              </a:rPr>
              <a:t>Interne</a:t>
            </a:r>
            <a:r>
              <a:rPr lang="fr-FR">
                <a:latin typeface="Arial" pitchFamily="34" charset="0"/>
              </a:rPr>
              <a:t>.</a:t>
            </a:r>
          </a:p>
        </p:txBody>
      </p:sp>
      <p:sp>
        <p:nvSpPr>
          <p:cNvPr id="26630" name="object 5"/>
          <p:cNvSpPr>
            <a:spLocks noChangeArrowheads="1"/>
          </p:cNvSpPr>
          <p:nvPr/>
        </p:nvSpPr>
        <p:spPr bwMode="auto">
          <a:xfrm>
            <a:off x="1474788" y="2130425"/>
            <a:ext cx="6326187" cy="4322763"/>
          </a:xfrm>
          <a:prstGeom prst="rect">
            <a:avLst/>
          </a:prstGeom>
          <a:blipFill dpi="0" rotWithShape="1">
            <a:blip r:embed="rId4"/>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fr-FR"/>
          </a:p>
        </p:txBody>
      </p:sp>
      <p:sp>
        <p:nvSpPr>
          <p:cNvPr id="8" name="Virage 7"/>
          <p:cNvSpPr/>
          <p:nvPr/>
        </p:nvSpPr>
        <p:spPr bwMode="auto">
          <a:xfrm flipV="1">
            <a:off x="683460"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276315951"/>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 Box 9"/>
          <p:cNvSpPr txBox="1">
            <a:spLocks noChangeArrowheads="1"/>
          </p:cNvSpPr>
          <p:nvPr/>
        </p:nvSpPr>
        <p:spPr bwMode="auto">
          <a:xfrm>
            <a:off x="539750" y="4445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2765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Qualité des communications</a:t>
            </a:r>
          </a:p>
        </p:txBody>
      </p:sp>
      <p:sp>
        <p:nvSpPr>
          <p:cNvPr id="7" name="object 4"/>
          <p:cNvSpPr txBox="1">
            <a:spLocks noChangeArrowheads="1"/>
          </p:cNvSpPr>
          <p:nvPr/>
        </p:nvSpPr>
        <p:spPr bwMode="auto">
          <a:xfrm>
            <a:off x="395288" y="960438"/>
            <a:ext cx="8569325" cy="552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273050" indent="-177800" eaLnBrk="0" hangingPunct="0">
              <a:tabLst>
                <a:tab pos="273050" algn="l"/>
              </a:tabLst>
              <a:defRPr sz="2000">
                <a:solidFill>
                  <a:schemeClr val="tx1"/>
                </a:solidFill>
                <a:latin typeface="Verdana" pitchFamily="34" charset="0"/>
                <a:cs typeface="Arial" pitchFamily="34" charset="0"/>
              </a:defRPr>
            </a:lvl1pPr>
            <a:lvl2pPr marL="982663" indent="-227013" eaLnBrk="0" hangingPunct="0">
              <a:tabLst>
                <a:tab pos="273050" algn="l"/>
              </a:tabLst>
              <a:defRPr sz="2000">
                <a:solidFill>
                  <a:schemeClr val="tx1"/>
                </a:solidFill>
                <a:latin typeface="Verdana" pitchFamily="34" charset="0"/>
                <a:cs typeface="Arial" pitchFamily="34" charset="0"/>
              </a:defRPr>
            </a:lvl2pPr>
            <a:lvl3pPr marL="1143000" indent="-228600" eaLnBrk="0" hangingPunct="0">
              <a:tabLst>
                <a:tab pos="273050" algn="l"/>
              </a:tabLst>
              <a:defRPr sz="2000">
                <a:solidFill>
                  <a:schemeClr val="tx1"/>
                </a:solidFill>
                <a:latin typeface="Verdana" pitchFamily="34" charset="0"/>
                <a:cs typeface="Arial" pitchFamily="34" charset="0"/>
              </a:defRPr>
            </a:lvl3pPr>
            <a:lvl4pPr marL="1600200" indent="-228600" eaLnBrk="0" hangingPunct="0">
              <a:tabLst>
                <a:tab pos="273050" algn="l"/>
              </a:tabLst>
              <a:defRPr sz="2000">
                <a:solidFill>
                  <a:schemeClr val="tx1"/>
                </a:solidFill>
                <a:latin typeface="Verdana" pitchFamily="34" charset="0"/>
                <a:cs typeface="Arial" pitchFamily="34" charset="0"/>
              </a:defRPr>
            </a:lvl4pPr>
            <a:lvl5pPr marL="2057400" indent="-228600" eaLnBrk="0" hangingPunct="0">
              <a:tabLst>
                <a:tab pos="273050" algn="l"/>
              </a:tabLst>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tabLst>
                <a:tab pos="273050" algn="l"/>
              </a:tabLst>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tabLst>
                <a:tab pos="273050" algn="l"/>
              </a:tabLst>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tabLst>
                <a:tab pos="273050" algn="l"/>
              </a:tabLst>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tabLst>
                <a:tab pos="273050" algn="l"/>
              </a:tabLst>
              <a:defRPr sz="2000">
                <a:solidFill>
                  <a:schemeClr val="tx1"/>
                </a:solidFill>
                <a:latin typeface="Verdana" pitchFamily="34" charset="0"/>
                <a:cs typeface="Arial" pitchFamily="34" charset="0"/>
              </a:defRPr>
            </a:lvl9pPr>
          </a:lstStyle>
          <a:p>
            <a:pPr algn="just" eaLnBrk="1" hangingPunct="1">
              <a:spcBef>
                <a:spcPts val="600"/>
              </a:spcBef>
              <a:buClr>
                <a:srgbClr val="00007C"/>
              </a:buClr>
              <a:buFont typeface="Wingdings" pitchFamily="2" charset="2"/>
              <a:buChar char="§"/>
            </a:pPr>
            <a:r>
              <a:rPr lang="fr-FR" b="1" dirty="0">
                <a:solidFill>
                  <a:srgbClr val="0000CC"/>
                </a:solidFill>
                <a:latin typeface="Arial" pitchFamily="34" charset="0"/>
              </a:rPr>
              <a:t>Facteurs internes:</a:t>
            </a:r>
            <a:r>
              <a:rPr lang="fr-FR" sz="2400" dirty="0">
                <a:latin typeface="Arial" pitchFamily="34" charset="0"/>
              </a:rPr>
              <a:t> L</a:t>
            </a:r>
            <a:r>
              <a:rPr lang="fr-FR" dirty="0">
                <a:latin typeface="Arial" pitchFamily="34" charset="0"/>
              </a:rPr>
              <a:t>iés à la nature même du message. Parmi les facteurs internes affectant la réussite d’une communication  sur le réseau, citons :</a:t>
            </a:r>
          </a:p>
          <a:p>
            <a:pPr lvl="1" algn="just" eaLnBrk="1" hangingPunct="1">
              <a:spcBef>
                <a:spcPts val="600"/>
              </a:spcBef>
              <a:buClr>
                <a:srgbClr val="0000CC"/>
              </a:buClr>
              <a:buFont typeface="Arial" pitchFamily="34" charset="0"/>
              <a:buChar char="•"/>
            </a:pPr>
            <a:r>
              <a:rPr lang="fr-FR" dirty="0">
                <a:latin typeface="Arial" pitchFamily="34" charset="0"/>
              </a:rPr>
              <a:t>la taille du message</a:t>
            </a:r>
          </a:p>
          <a:p>
            <a:pPr lvl="1" algn="just" eaLnBrk="1" hangingPunct="1">
              <a:spcBef>
                <a:spcPts val="600"/>
              </a:spcBef>
              <a:buClr>
                <a:srgbClr val="0000CC"/>
              </a:buClr>
              <a:buFont typeface="Arial" pitchFamily="34" charset="0"/>
              <a:buChar char="•"/>
            </a:pPr>
            <a:r>
              <a:rPr lang="fr-FR" dirty="0">
                <a:latin typeface="Arial" pitchFamily="34" charset="0"/>
              </a:rPr>
              <a:t>la complexité du message</a:t>
            </a:r>
          </a:p>
          <a:p>
            <a:pPr lvl="1" algn="just" eaLnBrk="1" hangingPunct="1">
              <a:spcBef>
                <a:spcPts val="600"/>
              </a:spcBef>
              <a:spcAft>
                <a:spcPts val="1200"/>
              </a:spcAft>
              <a:buClr>
                <a:srgbClr val="0000CC"/>
              </a:buClr>
              <a:buFont typeface="Arial" pitchFamily="34" charset="0"/>
              <a:buChar char="•"/>
            </a:pPr>
            <a:r>
              <a:rPr lang="fr-FR" dirty="0">
                <a:latin typeface="Arial" pitchFamily="34" charset="0"/>
              </a:rPr>
              <a:t>l’importance du message</a:t>
            </a:r>
            <a:endParaRPr lang="fr-FR" sz="2200" dirty="0">
              <a:latin typeface="Arial" pitchFamily="34" charset="0"/>
            </a:endParaRPr>
          </a:p>
          <a:p>
            <a:pPr algn="just" eaLnBrk="1" hangingPunct="1">
              <a:spcBef>
                <a:spcPts val="600"/>
              </a:spcBef>
              <a:buClr>
                <a:srgbClr val="00007C"/>
              </a:buClr>
              <a:buFont typeface="Wingdings" pitchFamily="2" charset="2"/>
              <a:buChar char="§"/>
            </a:pPr>
            <a:r>
              <a:rPr lang="fr-FR" b="1" dirty="0">
                <a:solidFill>
                  <a:srgbClr val="0000CC"/>
                </a:solidFill>
                <a:latin typeface="Arial" pitchFamily="34" charset="0"/>
              </a:rPr>
              <a:t>Facteurs externes: </a:t>
            </a:r>
            <a:r>
              <a:rPr lang="fr-FR" dirty="0">
                <a:latin typeface="Arial" pitchFamily="34" charset="0"/>
              </a:rPr>
              <a:t>Liés à la complexité du réseau et au nombre de  périphériques par lesquels le message doit transiter avant d’atteindre  sa destination finale</a:t>
            </a:r>
          </a:p>
          <a:p>
            <a:pPr lvl="1" algn="just" eaLnBrk="1" hangingPunct="1">
              <a:spcBef>
                <a:spcPts val="600"/>
              </a:spcBef>
              <a:buClr>
                <a:srgbClr val="0000CC"/>
              </a:buClr>
              <a:buFont typeface="Arial" pitchFamily="34" charset="0"/>
              <a:buChar char="•"/>
            </a:pPr>
            <a:r>
              <a:rPr lang="fr-FR" dirty="0">
                <a:latin typeface="Arial" pitchFamily="34" charset="0"/>
              </a:rPr>
              <a:t>la qualité du chemin d’accès séparant l’expéditeur du destinataire</a:t>
            </a:r>
          </a:p>
          <a:p>
            <a:pPr lvl="1" algn="just" eaLnBrk="1" hangingPunct="1">
              <a:spcBef>
                <a:spcPts val="600"/>
              </a:spcBef>
              <a:buClr>
                <a:srgbClr val="0000CC"/>
              </a:buClr>
              <a:buFont typeface="Arial" pitchFamily="34" charset="0"/>
              <a:buChar char="•"/>
            </a:pPr>
            <a:r>
              <a:rPr lang="fr-FR" dirty="0">
                <a:latin typeface="Arial" pitchFamily="34" charset="0"/>
              </a:rPr>
              <a:t>le nombre de fois où le message doit changer de forme</a:t>
            </a:r>
          </a:p>
          <a:p>
            <a:pPr lvl="1" algn="just" eaLnBrk="1" hangingPunct="1">
              <a:spcBef>
                <a:spcPts val="600"/>
              </a:spcBef>
              <a:buClr>
                <a:srgbClr val="0000CC"/>
              </a:buClr>
              <a:buFont typeface="Arial" pitchFamily="34" charset="0"/>
              <a:buChar char="•"/>
            </a:pPr>
            <a:r>
              <a:rPr lang="fr-FR" dirty="0">
                <a:latin typeface="Arial" pitchFamily="34" charset="0"/>
              </a:rPr>
              <a:t>le nombre de fois où le message doit être redirigé ou </a:t>
            </a:r>
            <a:r>
              <a:rPr lang="fr-FR" dirty="0" err="1">
                <a:latin typeface="Arial" pitchFamily="34" charset="0"/>
              </a:rPr>
              <a:t>réadressé</a:t>
            </a:r>
            <a:endParaRPr lang="fr-FR" dirty="0">
              <a:latin typeface="Arial" pitchFamily="34" charset="0"/>
            </a:endParaRPr>
          </a:p>
          <a:p>
            <a:pPr lvl="1" algn="just" eaLnBrk="1" hangingPunct="1">
              <a:spcBef>
                <a:spcPts val="600"/>
              </a:spcBef>
              <a:buClr>
                <a:srgbClr val="0000CC"/>
              </a:buClr>
              <a:buFont typeface="Arial" pitchFamily="34" charset="0"/>
              <a:buChar char="•"/>
            </a:pPr>
            <a:r>
              <a:rPr lang="fr-FR" dirty="0">
                <a:latin typeface="Arial" pitchFamily="34" charset="0"/>
              </a:rPr>
              <a:t>la quantité d’autres messages transmis simultanément sur le  réseau de communications</a:t>
            </a:r>
          </a:p>
          <a:p>
            <a:pPr lvl="1" algn="just" eaLnBrk="1" hangingPunct="1">
              <a:spcBef>
                <a:spcPts val="600"/>
              </a:spcBef>
              <a:buClr>
                <a:srgbClr val="0000CC"/>
              </a:buClr>
              <a:buFont typeface="Arial" pitchFamily="34" charset="0"/>
              <a:buChar char="•"/>
            </a:pPr>
            <a:r>
              <a:rPr lang="fr-FR" dirty="0">
                <a:latin typeface="Arial" pitchFamily="34" charset="0"/>
              </a:rPr>
              <a:t>le délai alloué à une communication réussie</a:t>
            </a:r>
          </a:p>
        </p:txBody>
      </p:sp>
      <p:sp>
        <p:nvSpPr>
          <p:cNvPr id="8" name="Virage 7"/>
          <p:cNvSpPr/>
          <p:nvPr/>
        </p:nvSpPr>
        <p:spPr bwMode="auto">
          <a:xfrm flipV="1">
            <a:off x="683460" y="354342"/>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40465880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arn(inVertical)">
                                      <p:cBhvr>
                                        <p:cTn id="7" dur="500"/>
                                        <p:tgtEl>
                                          <p:spTgt spid="7">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barn(inVertical)">
                                      <p:cBhvr>
                                        <p:cTn id="10" dur="500"/>
                                        <p:tgtEl>
                                          <p:spTgt spid="7">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Effect transition="in" filter="barn(inVertical)">
                                      <p:cBhvr>
                                        <p:cTn id="13" dur="500"/>
                                        <p:tgtEl>
                                          <p:spTgt spid="7">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7">
                                            <p:txEl>
                                              <p:pRg st="7" end="7"/>
                                            </p:txEl>
                                          </p:spTgt>
                                        </p:tgtEl>
                                        <p:attrNameLst>
                                          <p:attrName>style.visibility</p:attrName>
                                        </p:attrNameLst>
                                      </p:cBhvr>
                                      <p:to>
                                        <p:strVal val="visible"/>
                                      </p:to>
                                    </p:set>
                                    <p:animEffect transition="in" filter="barn(inVertical)">
                                      <p:cBhvr>
                                        <p:cTn id="16" dur="500"/>
                                        <p:tgtEl>
                                          <p:spTgt spid="7">
                                            <p:txEl>
                                              <p:pRg st="7" end="7"/>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Effect transition="in" filter="barn(inVertical)">
                                      <p:cBhvr>
                                        <p:cTn id="19" dur="500"/>
                                        <p:tgtEl>
                                          <p:spTgt spid="7">
                                            <p:txEl>
                                              <p:pRg st="8" end="8"/>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7">
                                            <p:txEl>
                                              <p:pRg st="9" end="9"/>
                                            </p:txEl>
                                          </p:spTgt>
                                        </p:tgtEl>
                                        <p:attrNameLst>
                                          <p:attrName>style.visibility</p:attrName>
                                        </p:attrNameLst>
                                      </p:cBhvr>
                                      <p:to>
                                        <p:strVal val="visible"/>
                                      </p:to>
                                    </p:set>
                                    <p:animEffect transition="in" filter="barn(inVertical)">
                                      <p:cBhvr>
                                        <p:cTn id="22"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9"/>
          <p:cNvSpPr txBox="1">
            <a:spLocks noChangeArrowheads="1"/>
          </p:cNvSpPr>
          <p:nvPr/>
        </p:nvSpPr>
        <p:spPr bwMode="auto">
          <a:xfrm>
            <a:off x="576130" y="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30723"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Communication des messages</a:t>
            </a:r>
          </a:p>
        </p:txBody>
      </p:sp>
      <p:sp>
        <p:nvSpPr>
          <p:cNvPr id="30724" name="Text Box 9"/>
          <p:cNvSpPr txBox="1">
            <a:spLocks noChangeArrowheads="1"/>
          </p:cNvSpPr>
          <p:nvPr/>
        </p:nvSpPr>
        <p:spPr bwMode="auto">
          <a:xfrm>
            <a:off x="428625" y="928688"/>
            <a:ext cx="8172450"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273050" indent="-273050"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 typeface="Wingdings" pitchFamily="2" charset="2"/>
              <a:buBlip>
                <a:blip r:embed="rId4"/>
              </a:buBlip>
            </a:pPr>
            <a:r>
              <a:rPr lang="fr-FR" b="1" u="sng">
                <a:solidFill>
                  <a:srgbClr val="0070C0"/>
                </a:solidFill>
                <a:latin typeface="Arial" pitchFamily="34" charset="0"/>
              </a:rPr>
              <a:t>Segmentation</a:t>
            </a:r>
          </a:p>
          <a:p>
            <a:pPr eaLnBrk="1" hangingPunct="1">
              <a:spcBef>
                <a:spcPts val="475"/>
              </a:spcBef>
              <a:buClr>
                <a:srgbClr val="00007C"/>
              </a:buClr>
              <a:buFont typeface="Wingdings" pitchFamily="2" charset="2"/>
              <a:buChar char=""/>
            </a:pPr>
            <a:r>
              <a:rPr lang="fr-FR">
                <a:latin typeface="Arial" pitchFamily="34" charset="0"/>
              </a:rPr>
              <a:t>La segmentation consiste à diviser les données en parties de taille  moins importante et plus facilement gérables pour les envoyer sur le  réseau.</a:t>
            </a:r>
          </a:p>
        </p:txBody>
      </p:sp>
      <p:pic>
        <p:nvPicPr>
          <p:cNvPr id="44954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08275" y="2000250"/>
            <a:ext cx="5292725"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9" name="Rectangle 58"/>
          <p:cNvSpPr/>
          <p:nvPr/>
        </p:nvSpPr>
        <p:spPr>
          <a:xfrm>
            <a:off x="500063" y="4786313"/>
            <a:ext cx="8429625" cy="2000250"/>
          </a:xfrm>
          <a:prstGeom prst="rect">
            <a:avLst/>
          </a:prstGeom>
        </p:spPr>
        <p:txBody>
          <a:bodyPr>
            <a:spAutoFit/>
          </a:bodyPr>
          <a:lstStyle/>
          <a:p>
            <a:pPr marL="177800" indent="-177800" algn="just">
              <a:buFont typeface="Wingdings" pitchFamily="2" charset="2"/>
              <a:buChar char="§"/>
              <a:defRPr/>
            </a:pPr>
            <a:r>
              <a:rPr lang="fr-FR" sz="2400" dirty="0">
                <a:latin typeface="+mj-lt"/>
                <a:cs typeface="Arial" charset="0"/>
              </a:rPr>
              <a:t>L</a:t>
            </a:r>
            <a:r>
              <a:rPr lang="fr-FR" dirty="0">
                <a:latin typeface="+mj-lt"/>
                <a:cs typeface="Arial" charset="0"/>
              </a:rPr>
              <a:t>a segmentation peut augmenter la fiabilité des communications réseau.</a:t>
            </a:r>
          </a:p>
          <a:p>
            <a:pPr marL="177800" indent="-177800" algn="just">
              <a:spcBef>
                <a:spcPts val="0"/>
              </a:spcBef>
              <a:buFont typeface="Wingdings" pitchFamily="2" charset="2"/>
              <a:buChar char="§"/>
              <a:defRPr/>
            </a:pPr>
            <a:r>
              <a:rPr lang="fr-FR" dirty="0">
                <a:latin typeface="+mj-lt"/>
                <a:cs typeface="Arial" charset="0"/>
              </a:rPr>
              <a:t>Les différentes parties de chaque message n’ont pas besoin de parcourir le même chemin.</a:t>
            </a:r>
          </a:p>
          <a:p>
            <a:pPr marL="177800" indent="-177800" algn="just">
              <a:spcBef>
                <a:spcPts val="0"/>
              </a:spcBef>
              <a:buFont typeface="Wingdings" pitchFamily="2" charset="2"/>
              <a:buChar char="§"/>
              <a:defRPr/>
            </a:pPr>
            <a:r>
              <a:rPr lang="fr-FR" dirty="0">
                <a:latin typeface="+mj-lt"/>
                <a:cs typeface="Arial" charset="0"/>
              </a:rPr>
              <a:t>Si une partie du message ne parvient pas à sa destination, seules les parties manquantes doivent être transmises à nouveau.</a:t>
            </a:r>
          </a:p>
        </p:txBody>
      </p:sp>
      <p:sp>
        <p:nvSpPr>
          <p:cNvPr id="9" name="Virage 8"/>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98508927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21" fill="hold" nodeType="clickEffect">
                                  <p:stCondLst>
                                    <p:cond delay="0"/>
                                  </p:stCondLst>
                                  <p:childTnLst>
                                    <p:set>
                                      <p:cBhvr>
                                        <p:cTn id="6" dur="1" fill="hold">
                                          <p:stCondLst>
                                            <p:cond delay="0"/>
                                          </p:stCondLst>
                                        </p:cTn>
                                        <p:tgtEl>
                                          <p:spTgt spid="449541"/>
                                        </p:tgtEl>
                                        <p:attrNameLst>
                                          <p:attrName>style.visibility</p:attrName>
                                        </p:attrNameLst>
                                      </p:cBhvr>
                                      <p:to>
                                        <p:strVal val="visible"/>
                                      </p:to>
                                    </p:set>
                                    <p:animEffect transition="in" filter="barn(inVertical)">
                                      <p:cBhvr>
                                        <p:cTn id="7" dur="500"/>
                                        <p:tgtEl>
                                          <p:spTgt spid="44954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59">
                                            <p:txEl>
                                              <p:pRg st="0" end="0"/>
                                            </p:txEl>
                                          </p:spTgt>
                                        </p:tgtEl>
                                        <p:attrNameLst>
                                          <p:attrName>style.visibility</p:attrName>
                                        </p:attrNameLst>
                                      </p:cBhvr>
                                      <p:to>
                                        <p:strVal val="visible"/>
                                      </p:to>
                                    </p:set>
                                    <p:animEffect transition="in" filter="barn(inVertical)">
                                      <p:cBhvr>
                                        <p:cTn id="12" dur="500"/>
                                        <p:tgtEl>
                                          <p:spTgt spid="5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59">
                                            <p:txEl>
                                              <p:pRg st="1" end="1"/>
                                            </p:txEl>
                                          </p:spTgt>
                                        </p:tgtEl>
                                        <p:attrNameLst>
                                          <p:attrName>style.visibility</p:attrName>
                                        </p:attrNameLst>
                                      </p:cBhvr>
                                      <p:to>
                                        <p:strVal val="visible"/>
                                      </p:to>
                                    </p:set>
                                    <p:animEffect transition="in" filter="barn(inVertical)">
                                      <p:cBhvr>
                                        <p:cTn id="17" dur="500"/>
                                        <p:tgtEl>
                                          <p:spTgt spid="5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nodeType="clickEffect">
                                  <p:stCondLst>
                                    <p:cond delay="0"/>
                                  </p:stCondLst>
                                  <p:childTnLst>
                                    <p:set>
                                      <p:cBhvr>
                                        <p:cTn id="21" dur="1" fill="hold">
                                          <p:stCondLst>
                                            <p:cond delay="0"/>
                                          </p:stCondLst>
                                        </p:cTn>
                                        <p:tgtEl>
                                          <p:spTgt spid="59">
                                            <p:txEl>
                                              <p:pRg st="2" end="2"/>
                                            </p:txEl>
                                          </p:spTgt>
                                        </p:tgtEl>
                                        <p:attrNameLst>
                                          <p:attrName>style.visibility</p:attrName>
                                        </p:attrNameLst>
                                      </p:cBhvr>
                                      <p:to>
                                        <p:strVal val="visible"/>
                                      </p:to>
                                    </p:set>
                                    <p:animEffect transition="in" filter="barn(inVertical)">
                                      <p:cBhvr>
                                        <p:cTn id="22" dur="500"/>
                                        <p:tgtEl>
                                          <p:spTgt spid="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31747"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Communication des messages</a:t>
            </a:r>
          </a:p>
        </p:txBody>
      </p:sp>
      <p:sp>
        <p:nvSpPr>
          <p:cNvPr id="58" name="Text Box 9"/>
          <p:cNvSpPr txBox="1">
            <a:spLocks noChangeArrowheads="1"/>
          </p:cNvSpPr>
          <p:nvPr/>
        </p:nvSpPr>
        <p:spPr bwMode="auto">
          <a:xfrm>
            <a:off x="428625" y="928688"/>
            <a:ext cx="8172450" cy="1216025"/>
          </a:xfrm>
          <a:prstGeom prst="rect">
            <a:avLst/>
          </a:prstGeom>
          <a:noFill/>
          <a:ln w="12700" algn="ctr">
            <a:noFill/>
            <a:miter lim="800000"/>
            <a:headEnd/>
            <a:tailEnd/>
          </a:ln>
          <a:effectLst/>
        </p:spPr>
        <p:txBody>
          <a:bodyPr>
            <a:spAutoFit/>
          </a:bodyPr>
          <a:lstStyle/>
          <a:p>
            <a:pPr marL="273050" indent="-273050" eaLnBrk="0" hangingPunct="0">
              <a:buClrTx/>
              <a:buFont typeface="Wingdings" pitchFamily="2" charset="2"/>
              <a:buBlip>
                <a:blip r:embed="rId4"/>
              </a:buBlip>
              <a:defRPr/>
            </a:pPr>
            <a:r>
              <a:rPr lang="fr-FR" b="1" u="sng" dirty="0">
                <a:solidFill>
                  <a:srgbClr val="0070C0"/>
                </a:solidFill>
                <a:latin typeface="Arial" charset="0"/>
                <a:cs typeface="Arial" charset="0"/>
              </a:rPr>
              <a:t>Multiplexage.</a:t>
            </a:r>
          </a:p>
          <a:p>
            <a:pPr marL="273050" indent="-273050" eaLnBrk="0" hangingPunct="0">
              <a:spcBef>
                <a:spcPts val="600"/>
              </a:spcBef>
              <a:buClrTx/>
              <a:defRPr/>
            </a:pPr>
            <a:r>
              <a:rPr lang="fr-FR" sz="2400" dirty="0">
                <a:solidFill>
                  <a:schemeClr val="tx1">
                    <a:lumMod val="50000"/>
                  </a:schemeClr>
                </a:solidFill>
                <a:latin typeface="Arial" charset="0"/>
                <a:cs typeface="Arial" charset="0"/>
              </a:rPr>
              <a:t>Le Multiplexage est la fusion de plusieurs flux de données sur un  même canal.</a:t>
            </a:r>
          </a:p>
        </p:txBody>
      </p:sp>
      <p:sp>
        <p:nvSpPr>
          <p:cNvPr id="59" name="Rectangle 58"/>
          <p:cNvSpPr/>
          <p:nvPr/>
        </p:nvSpPr>
        <p:spPr>
          <a:xfrm>
            <a:off x="500063" y="4848225"/>
            <a:ext cx="8429625" cy="1938338"/>
          </a:xfrm>
          <a:prstGeom prst="rect">
            <a:avLst/>
          </a:prstGeom>
        </p:spPr>
        <p:txBody>
          <a:bodyPr>
            <a:spAutoFit/>
          </a:bodyPr>
          <a:lstStyle/>
          <a:p>
            <a:pPr marL="177800" indent="-177800" algn="just">
              <a:buFont typeface="Wingdings" pitchFamily="2" charset="2"/>
              <a:buChar char="§"/>
              <a:defRPr/>
            </a:pPr>
            <a:r>
              <a:rPr lang="fr-FR" dirty="0">
                <a:latin typeface="+mj-lt"/>
                <a:cs typeface="Arial" charset="0"/>
              </a:rPr>
              <a:t>Envoi de parties individuelles de plus petite taille depuis une source vers une destination</a:t>
            </a:r>
          </a:p>
          <a:p>
            <a:pPr marL="177800" indent="-177800" algn="just">
              <a:defRPr/>
            </a:pPr>
            <a:endParaRPr lang="fr-FR" dirty="0">
              <a:latin typeface="+mj-lt"/>
              <a:cs typeface="Arial" charset="0"/>
            </a:endParaRPr>
          </a:p>
          <a:p>
            <a:pPr marL="177800" indent="-177800" algn="just">
              <a:buFont typeface="Wingdings" pitchFamily="2" charset="2"/>
              <a:buChar char="§"/>
              <a:defRPr/>
            </a:pPr>
            <a:r>
              <a:rPr lang="fr-FR" dirty="0">
                <a:latin typeface="+mj-lt"/>
                <a:cs typeface="Arial" charset="0"/>
              </a:rPr>
              <a:t>Nombreuses conversations différentes peuvent s’entremêler sur le réseau.</a:t>
            </a:r>
          </a:p>
        </p:txBody>
      </p:sp>
      <p:pic>
        <p:nvPicPr>
          <p:cNvPr id="45056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86188" y="1814513"/>
            <a:ext cx="4838700" cy="304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Flèche vers le bas 7"/>
          <p:cNvSpPr/>
          <p:nvPr/>
        </p:nvSpPr>
        <p:spPr bwMode="auto">
          <a:xfrm flipH="1">
            <a:off x="2403475" y="5500688"/>
            <a:ext cx="311150" cy="479425"/>
          </a:xfrm>
          <a:prstGeom prst="downArrow">
            <a:avLst/>
          </a:prstGeom>
          <a:solidFill>
            <a:schemeClr val="accent5">
              <a:lumMod val="25000"/>
            </a:schemeClr>
          </a:solidFill>
          <a:ln w="9525" cap="flat" cmpd="sng" algn="ctr">
            <a:noFill/>
            <a:prstDash val="solid"/>
            <a:round/>
            <a:headEnd type="none" w="med" len="med"/>
            <a:tailEnd type="none" w="med" len="med"/>
          </a:ln>
          <a:effectLst/>
        </p:spPr>
        <p:txBody>
          <a:bodyPr lIns="90000" tIns="46800" rIns="90000" bIns="46800" anchor="ctr">
            <a:spAutoFit/>
          </a:bodyPr>
          <a:lstStyle/>
          <a:p>
            <a:pPr>
              <a:defRPr/>
            </a:pPr>
            <a:endParaRPr lang="fr-FR">
              <a:cs typeface="Arial" charset="0"/>
            </a:endParaRPr>
          </a:p>
        </p:txBody>
      </p:sp>
      <p:sp>
        <p:nvSpPr>
          <p:cNvPr id="9" name="Virage 8"/>
          <p:cNvSpPr/>
          <p:nvPr/>
        </p:nvSpPr>
        <p:spPr bwMode="auto">
          <a:xfrm flipV="1">
            <a:off x="708634" y="339264"/>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46361681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50562"/>
                                        </p:tgtEl>
                                        <p:attrNameLst>
                                          <p:attrName>style.visibility</p:attrName>
                                        </p:attrNameLst>
                                      </p:cBhvr>
                                      <p:to>
                                        <p:strVal val="visible"/>
                                      </p:to>
                                    </p:set>
                                    <p:animEffect transition="in" filter="box(in)">
                                      <p:cBhvr>
                                        <p:cTn id="7" dur="500"/>
                                        <p:tgtEl>
                                          <p:spTgt spid="4505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box(in)">
                                      <p:cBhvr>
                                        <p:cTn id="12" dur="500"/>
                                        <p:tgtEl>
                                          <p:spTgt spid="59"/>
                                        </p:tgtEl>
                                      </p:cBhvr>
                                    </p:animEffect>
                                  </p:childTnLst>
                                </p:cTn>
                              </p:par>
                              <p:par>
                                <p:cTn id="13" presetID="4" presetClass="entr" presetSubtype="16"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box(in)">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9"/>
          <p:cNvSpPr txBox="1">
            <a:spLocks noChangeArrowheads="1"/>
          </p:cNvSpPr>
          <p:nvPr/>
        </p:nvSpPr>
        <p:spPr bwMode="auto">
          <a:xfrm>
            <a:off x="539440" y="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3277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Communication des messages</a:t>
            </a:r>
          </a:p>
        </p:txBody>
      </p:sp>
      <p:sp>
        <p:nvSpPr>
          <p:cNvPr id="9" name="Rectangle 8"/>
          <p:cNvSpPr/>
          <p:nvPr/>
        </p:nvSpPr>
        <p:spPr>
          <a:xfrm>
            <a:off x="571500" y="5341938"/>
            <a:ext cx="8286750" cy="1016000"/>
          </a:xfrm>
          <a:prstGeom prst="rect">
            <a:avLst/>
          </a:prstGeom>
        </p:spPr>
        <p:txBody>
          <a:bodyPr>
            <a:spAutoFit/>
          </a:bodyPr>
          <a:lstStyle/>
          <a:p>
            <a:pPr algn="just">
              <a:defRPr/>
            </a:pPr>
            <a:r>
              <a:rPr lang="fr-FR" dirty="0">
                <a:solidFill>
                  <a:schemeClr val="tx1">
                    <a:lumMod val="50000"/>
                  </a:schemeClr>
                </a:solidFill>
                <a:latin typeface="Arial" charset="0"/>
                <a:cs typeface="Arial" charset="0"/>
              </a:rPr>
              <a:t>L’inconvénient que présente l’utilisation de la segmentation et du  multiplexage pour la transmission des messages à travers un réseau réside  dans le niveau de complexité ajouté au processus</a:t>
            </a:r>
            <a:endParaRPr lang="fr-FR" dirty="0">
              <a:cs typeface="Arial" charset="0"/>
            </a:endParaRPr>
          </a:p>
        </p:txBody>
      </p:sp>
      <p:pic>
        <p:nvPicPr>
          <p:cNvPr id="32774"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57375" y="1362075"/>
            <a:ext cx="5276850"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3" name="Rectangle à coins arrondis 12"/>
          <p:cNvSpPr/>
          <p:nvPr/>
        </p:nvSpPr>
        <p:spPr bwMode="auto">
          <a:xfrm>
            <a:off x="3643313" y="4286250"/>
            <a:ext cx="4857750" cy="649288"/>
          </a:xfrm>
          <a:prstGeom prst="roundRect">
            <a:avLst/>
          </a:prstGeom>
          <a:solidFill>
            <a:schemeClr val="accent2">
              <a:lumMod val="20000"/>
              <a:lumOff val="80000"/>
            </a:schemeClr>
          </a:solidFill>
          <a:ln w="9525" cap="flat" cmpd="sng" algn="ctr">
            <a:noFill/>
            <a:prstDash val="solid"/>
            <a:round/>
            <a:headEnd type="none" w="med" len="med"/>
            <a:tailEnd type="none" w="med" len="med"/>
          </a:ln>
          <a:effectLst/>
        </p:spPr>
        <p:txBody>
          <a:bodyPr lIns="90000" tIns="46800" rIns="90000" bIns="46800" anchor="ctr">
            <a:spAutoFit/>
          </a:bodyPr>
          <a:lstStyle/>
          <a:p>
            <a:pPr algn="just">
              <a:defRPr/>
            </a:pPr>
            <a:r>
              <a:rPr lang="fr-FR" sz="1600" b="1" dirty="0">
                <a:latin typeface="+mn-lt"/>
                <a:cs typeface="Arial" charset="0"/>
              </a:rPr>
              <a:t>L’étiquetage permet de classer et d’assembler les parties lorsqu’elles arrivent</a:t>
            </a:r>
          </a:p>
        </p:txBody>
      </p:sp>
      <p:sp>
        <p:nvSpPr>
          <p:cNvPr id="14" name="Rectangle à coins arrondis 13"/>
          <p:cNvSpPr/>
          <p:nvPr/>
        </p:nvSpPr>
        <p:spPr bwMode="auto">
          <a:xfrm>
            <a:off x="3571875" y="1928813"/>
            <a:ext cx="4857750" cy="649287"/>
          </a:xfrm>
          <a:prstGeom prst="roundRect">
            <a:avLst/>
          </a:prstGeom>
          <a:solidFill>
            <a:schemeClr val="accent2">
              <a:lumMod val="20000"/>
              <a:lumOff val="80000"/>
            </a:schemeClr>
          </a:solidFill>
          <a:ln w="9525" cap="flat" cmpd="sng" algn="ctr">
            <a:noFill/>
            <a:prstDash val="solid"/>
            <a:round/>
            <a:headEnd type="none" w="med" len="med"/>
            <a:tailEnd type="none" w="med" len="med"/>
          </a:ln>
          <a:effectLst/>
        </p:spPr>
        <p:txBody>
          <a:bodyPr lIns="90000" tIns="46800" rIns="90000" bIns="46800" anchor="ctr">
            <a:spAutoFit/>
          </a:bodyPr>
          <a:lstStyle/>
          <a:p>
            <a:pPr algn="just">
              <a:defRPr/>
            </a:pPr>
            <a:r>
              <a:rPr lang="fr-FR" sz="1600" b="1" dirty="0">
                <a:latin typeface="+mn-lt"/>
                <a:cs typeface="Arial" charset="0"/>
              </a:rPr>
              <a:t>Plusieurs parties sont étiquetées pour être aisément dirigées et réassemblées</a:t>
            </a:r>
          </a:p>
        </p:txBody>
      </p:sp>
      <p:sp>
        <p:nvSpPr>
          <p:cNvPr id="10" name="Virage 9"/>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07324278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box(in)">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box(i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3379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Réseaux convergents</a:t>
            </a:r>
          </a:p>
        </p:txBody>
      </p:sp>
      <p:sp>
        <p:nvSpPr>
          <p:cNvPr id="9" name="Rectangle 8"/>
          <p:cNvSpPr/>
          <p:nvPr/>
        </p:nvSpPr>
        <p:spPr>
          <a:xfrm>
            <a:off x="476250" y="4724400"/>
            <a:ext cx="8286750" cy="2555875"/>
          </a:xfrm>
          <a:prstGeom prst="rect">
            <a:avLst/>
          </a:prstGeom>
        </p:spPr>
        <p:txBody>
          <a:bodyPr>
            <a:spAutoFit/>
          </a:bodyPr>
          <a:lstStyle/>
          <a:p>
            <a:pPr indent="177800" algn="just">
              <a:buClr>
                <a:srgbClr val="00007C"/>
              </a:buClr>
              <a:buFont typeface="Wingdings" pitchFamily="2" charset="2"/>
              <a:buChar char="§"/>
              <a:tabLst>
                <a:tab pos="177800" algn="l"/>
              </a:tabLst>
            </a:pPr>
            <a:r>
              <a:rPr lang="fr-FR">
                <a:latin typeface="Arial" pitchFamily="34" charset="0"/>
              </a:rPr>
              <a:t>Les réseaux classiques de transfert de données téléphoniques, de radio, de  télévision ou informatiques intègrent tous leur propre version des quatre éléments de  base constituant les réseaux.</a:t>
            </a:r>
          </a:p>
          <a:p>
            <a:pPr indent="177800" algn="just">
              <a:buClr>
                <a:srgbClr val="00007C"/>
              </a:buClr>
              <a:buFont typeface="Wingdings" pitchFamily="2" charset="2"/>
              <a:buChar char="§"/>
              <a:tabLst>
                <a:tab pos="177800" algn="l"/>
              </a:tabLst>
            </a:pPr>
            <a:r>
              <a:rPr lang="fr-FR">
                <a:latin typeface="Arial" pitchFamily="34" charset="0"/>
              </a:rPr>
              <a:t>Les progrès technologiques nous permettent aujourd’hui de réunir ces réseaux  distincts sur une même plateforme, une plateforme définie comme étant un </a:t>
            </a:r>
            <a:r>
              <a:rPr lang="fr-FR" b="1">
                <a:latin typeface="Arial" pitchFamily="34" charset="0"/>
              </a:rPr>
              <a:t>réseau convergent.</a:t>
            </a:r>
            <a:endParaRPr lang="fr-FR">
              <a:latin typeface="Arial" pitchFamily="34" charset="0"/>
            </a:endParaRPr>
          </a:p>
          <a:p>
            <a:pPr indent="177800" algn="just">
              <a:tabLst>
                <a:tab pos="177800" algn="l"/>
              </a:tabLst>
            </a:pPr>
            <a:endParaRPr lang="fr-FR"/>
          </a:p>
        </p:txBody>
      </p:sp>
      <p:cxnSp>
        <p:nvCxnSpPr>
          <p:cNvPr id="11" name="Connecteur droit 10"/>
          <p:cNvCxnSpPr/>
          <p:nvPr/>
        </p:nvCxnSpPr>
        <p:spPr>
          <a:xfrm>
            <a:off x="5078413" y="981075"/>
            <a:ext cx="0" cy="3743325"/>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1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525" y="1257300"/>
            <a:ext cx="452755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250" y="2432050"/>
            <a:ext cx="4527550" cy="85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950" y="3573463"/>
            <a:ext cx="452755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48263" y="1052513"/>
            <a:ext cx="3887787" cy="3671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Virage 13"/>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59986339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box(in)">
                                      <p:cBhvr>
                                        <p:cTn id="12" dur="500"/>
                                        <p:tgtEl>
                                          <p:spTgt spid="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box(in)">
                                      <p:cBhvr>
                                        <p:cTn id="17" dur="500"/>
                                        <p:tgtEl>
                                          <p:spTgt spid="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box(in)">
                                      <p:cBhvr>
                                        <p:cTn id="22" dur="500"/>
                                        <p:tgtEl>
                                          <p:spTgt spid="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ox(in)">
                                      <p:cBhvr>
                                        <p:cTn id="27" dur="500"/>
                                        <p:tgtEl>
                                          <p:spTgt spid="11"/>
                                        </p:tgtEl>
                                      </p:cBhvr>
                                    </p:animEffect>
                                  </p:childTnLst>
                                </p:cTn>
                              </p:par>
                              <p:par>
                                <p:cTn id="28" presetID="4" presetClass="entr" presetSubtype="16" fill="hold"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box(in)">
                                      <p:cBhvr>
                                        <p:cTn id="30"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9"/>
          <p:cNvSpPr txBox="1">
            <a:spLocks noChangeArrowheads="1"/>
          </p:cNvSpPr>
          <p:nvPr/>
        </p:nvSpPr>
        <p:spPr bwMode="auto">
          <a:xfrm>
            <a:off x="504120" y="-2748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Communication sur un réseau</a:t>
            </a:r>
          </a:p>
        </p:txBody>
      </p:sp>
      <p:sp>
        <p:nvSpPr>
          <p:cNvPr id="3481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Exemple de communication</a:t>
            </a:r>
          </a:p>
        </p:txBody>
      </p:sp>
      <p:sp>
        <p:nvSpPr>
          <p:cNvPr id="2" name="Rectangle 1"/>
          <p:cNvSpPr/>
          <p:nvPr/>
        </p:nvSpPr>
        <p:spPr>
          <a:xfrm>
            <a:off x="442930" y="980660"/>
            <a:ext cx="4345100" cy="400110"/>
          </a:xfrm>
          <a:prstGeom prst="rect">
            <a:avLst/>
          </a:prstGeom>
        </p:spPr>
        <p:txBody>
          <a:bodyPr wrap="none">
            <a:spAutoFit/>
          </a:bodyPr>
          <a:lstStyle/>
          <a:p>
            <a:pPr marL="342900" indent="-342900" algn="ctr">
              <a:buClr>
                <a:srgbClr val="0000CC"/>
              </a:buClr>
              <a:buFont typeface="Wingdings" pitchFamily="2" charset="2"/>
              <a:buChar char="q"/>
            </a:pPr>
            <a:r>
              <a:rPr lang="fr-FR" b="1" spc="-5" dirty="0">
                <a:solidFill>
                  <a:srgbClr val="0000CC"/>
                </a:solidFill>
                <a:latin typeface="Arial" pitchFamily="34" charset="0"/>
              </a:rPr>
              <a:t>Envoi d’un message instantané</a:t>
            </a:r>
            <a:endParaRPr lang="fr-FR" b="1" dirty="0">
              <a:solidFill>
                <a:srgbClr val="0000CC"/>
              </a:solidFill>
              <a:latin typeface="Arial" pitchFamily="34" charset="0"/>
            </a:endParaRPr>
          </a:p>
        </p:txBody>
      </p:sp>
      <p:pic>
        <p:nvPicPr>
          <p:cNvPr id="11" name="Picture 5"/>
          <p:cNvPicPr>
            <a:picLocks noChangeAspect="1" noChangeArrowheads="1"/>
          </p:cNvPicPr>
          <p:nvPr/>
        </p:nvPicPr>
        <p:blipFill>
          <a:blip r:embed="rId4"/>
          <a:srcRect/>
          <a:stretch>
            <a:fillRect/>
          </a:stretch>
        </p:blipFill>
        <p:spPr bwMode="auto">
          <a:xfrm>
            <a:off x="498031" y="1380770"/>
            <a:ext cx="8610599" cy="5216879"/>
          </a:xfrm>
          <a:prstGeom prst="rect">
            <a:avLst/>
          </a:prstGeom>
          <a:noFill/>
          <a:ln w="9525">
            <a:noFill/>
            <a:miter lim="800000"/>
            <a:headEnd/>
            <a:tailEnd/>
          </a:ln>
          <a:effectLst/>
        </p:spPr>
      </p:pic>
      <p:sp>
        <p:nvSpPr>
          <p:cNvPr id="8" name="Virage 7"/>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314139711"/>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ext Box 9"/>
          <p:cNvSpPr txBox="1">
            <a:spLocks noChangeArrowheads="1"/>
          </p:cNvSpPr>
          <p:nvPr/>
        </p:nvSpPr>
        <p:spPr bwMode="auto">
          <a:xfrm>
            <a:off x="576130" y="302965"/>
            <a:ext cx="8172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2400" b="1" dirty="0">
                <a:solidFill>
                  <a:srgbClr val="000000"/>
                </a:solidFill>
                <a:latin typeface="Arial" pitchFamily="34" charset="0"/>
              </a:rPr>
              <a:t>Composants de base d’un réseau informatique </a:t>
            </a:r>
          </a:p>
        </p:txBody>
      </p:sp>
      <p:sp>
        <p:nvSpPr>
          <p:cNvPr id="2" name="Rectangle 1"/>
          <p:cNvSpPr/>
          <p:nvPr/>
        </p:nvSpPr>
        <p:spPr>
          <a:xfrm>
            <a:off x="466725" y="1052513"/>
            <a:ext cx="8677275" cy="3094037"/>
          </a:xfrm>
          <a:prstGeom prst="rect">
            <a:avLst/>
          </a:prstGeom>
        </p:spPr>
        <p:txBody>
          <a:bodyPr>
            <a:spAutoFit/>
          </a:bodyPr>
          <a:lstStyle/>
          <a:p>
            <a:pPr marL="177800" indent="-177800">
              <a:spcBef>
                <a:spcPts val="1800"/>
              </a:spcBef>
              <a:buFont typeface="Wingdings" pitchFamily="2" charset="2"/>
              <a:buChar char="§"/>
              <a:defRPr/>
            </a:pPr>
            <a:r>
              <a:rPr lang="fr-FR" dirty="0">
                <a:latin typeface="+mj-lt"/>
              </a:rPr>
              <a:t>Un réseau est généralement constitué de 5 éléments de base suivants:</a:t>
            </a:r>
          </a:p>
          <a:p>
            <a:pPr marL="342900" indent="-165100">
              <a:spcBef>
                <a:spcPts val="1800"/>
              </a:spcBef>
              <a:buFont typeface="Arial" pitchFamily="34" charset="0"/>
              <a:buChar char="•"/>
              <a:defRPr/>
            </a:pPr>
            <a:r>
              <a:rPr lang="fr-FR" b="1" dirty="0">
                <a:latin typeface="+mj-lt"/>
              </a:rPr>
              <a:t>Périphériques</a:t>
            </a:r>
            <a:endParaRPr lang="fr-FR" dirty="0">
              <a:latin typeface="+mj-lt"/>
            </a:endParaRPr>
          </a:p>
          <a:p>
            <a:pPr marL="342900" indent="-165100">
              <a:spcBef>
                <a:spcPts val="1800"/>
              </a:spcBef>
              <a:buFont typeface="Arial" pitchFamily="34" charset="0"/>
              <a:buChar char="•"/>
              <a:defRPr/>
            </a:pPr>
            <a:r>
              <a:rPr lang="fr-FR" b="1" dirty="0">
                <a:latin typeface="+mj-lt"/>
              </a:rPr>
              <a:t>Nœuds Intermédiaires</a:t>
            </a:r>
          </a:p>
          <a:p>
            <a:pPr marL="342900" indent="-165100">
              <a:spcBef>
                <a:spcPts val="1800"/>
              </a:spcBef>
              <a:buFont typeface="Arial" pitchFamily="34" charset="0"/>
              <a:buChar char="•"/>
              <a:defRPr/>
            </a:pPr>
            <a:r>
              <a:rPr lang="fr-FR" b="1" dirty="0">
                <a:latin typeface="+mj-lt"/>
              </a:rPr>
              <a:t>Messages</a:t>
            </a:r>
          </a:p>
          <a:p>
            <a:pPr marL="342900" indent="-165100">
              <a:spcBef>
                <a:spcPts val="1800"/>
              </a:spcBef>
              <a:buFont typeface="Arial" pitchFamily="34" charset="0"/>
              <a:buChar char="•"/>
              <a:defRPr/>
            </a:pPr>
            <a:r>
              <a:rPr lang="fr-FR" b="1" dirty="0">
                <a:latin typeface="+mj-lt"/>
              </a:rPr>
              <a:t>Supports de transmission</a:t>
            </a:r>
            <a:endParaRPr lang="fr-FR" dirty="0">
              <a:latin typeface="+mj-lt"/>
            </a:endParaRPr>
          </a:p>
          <a:p>
            <a:pPr marL="342900" indent="-165100">
              <a:spcBef>
                <a:spcPts val="1800"/>
              </a:spcBef>
              <a:buFont typeface="Arial" pitchFamily="34" charset="0"/>
              <a:buChar char="•"/>
              <a:defRPr/>
            </a:pPr>
            <a:r>
              <a:rPr lang="fr-FR" b="1" dirty="0">
                <a:latin typeface="+mj-lt"/>
              </a:rPr>
              <a:t>Protocoles ou règles de communication</a:t>
            </a:r>
            <a:endParaRPr lang="fr-FR" dirty="0">
              <a:latin typeface="+mj-lt"/>
            </a:endParaRPr>
          </a:p>
        </p:txBody>
      </p:sp>
      <p:pic>
        <p:nvPicPr>
          <p:cNvPr id="9"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350" y="4510088"/>
            <a:ext cx="6878638" cy="158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1423415382"/>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1800" b="1" dirty="0">
                <a:solidFill>
                  <a:srgbClr val="000000"/>
                </a:solidFill>
                <a:latin typeface="Arial" pitchFamily="34" charset="0"/>
              </a:rPr>
              <a:t>Composants </a:t>
            </a:r>
            <a:r>
              <a:rPr lang="fr-FR" b="1" dirty="0">
                <a:solidFill>
                  <a:srgbClr val="000000"/>
                </a:solidFill>
                <a:latin typeface="Arial" pitchFamily="34" charset="0"/>
              </a:rPr>
              <a:t>de</a:t>
            </a:r>
            <a:r>
              <a:rPr lang="fr-FR" sz="1800" b="1" dirty="0">
                <a:solidFill>
                  <a:srgbClr val="000000"/>
                </a:solidFill>
                <a:latin typeface="Arial" pitchFamily="34" charset="0"/>
              </a:rPr>
              <a:t> base d’un réseau informatique </a:t>
            </a:r>
          </a:p>
        </p:txBody>
      </p:sp>
      <p:sp>
        <p:nvSpPr>
          <p:cNvPr id="37891"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Périphériques</a:t>
            </a:r>
          </a:p>
        </p:txBody>
      </p:sp>
      <p:sp>
        <p:nvSpPr>
          <p:cNvPr id="2" name="Rectangle 1"/>
          <p:cNvSpPr/>
          <p:nvPr/>
        </p:nvSpPr>
        <p:spPr>
          <a:xfrm>
            <a:off x="466725" y="1052513"/>
            <a:ext cx="8677275" cy="2092325"/>
          </a:xfrm>
          <a:prstGeom prst="rect">
            <a:avLst/>
          </a:prstGeom>
        </p:spPr>
        <p:txBody>
          <a:bodyPr>
            <a:spAutoFit/>
          </a:bodyPr>
          <a:lstStyle/>
          <a:p>
            <a:pPr marL="177800" indent="-177800">
              <a:spcBef>
                <a:spcPts val="1800"/>
              </a:spcBef>
              <a:buFont typeface="Wingdings" pitchFamily="2" charset="2"/>
              <a:buChar char="§"/>
              <a:defRPr/>
            </a:pPr>
            <a:r>
              <a:rPr lang="fr-FR" b="1" dirty="0">
                <a:solidFill>
                  <a:srgbClr val="0000CC"/>
                </a:solidFill>
                <a:latin typeface="Arial" charset="0"/>
                <a:cs typeface="Arial" charset="0"/>
              </a:rPr>
              <a:t>Hôtes(end-</a:t>
            </a:r>
            <a:r>
              <a:rPr lang="fr-FR" b="1" dirty="0" err="1">
                <a:solidFill>
                  <a:srgbClr val="0000CC"/>
                </a:solidFill>
                <a:latin typeface="Arial" charset="0"/>
                <a:cs typeface="Arial" charset="0"/>
              </a:rPr>
              <a:t>users</a:t>
            </a:r>
            <a:r>
              <a:rPr lang="fr-FR" b="1" dirty="0">
                <a:solidFill>
                  <a:srgbClr val="0000CC"/>
                </a:solidFill>
                <a:latin typeface="Arial" charset="0"/>
                <a:cs typeface="Arial" charset="0"/>
              </a:rPr>
              <a:t>)</a:t>
            </a:r>
            <a:r>
              <a:rPr lang="fr-FR" dirty="0">
                <a:solidFill>
                  <a:schemeClr val="tx1">
                    <a:lumMod val="50000"/>
                  </a:schemeClr>
                </a:solidFill>
                <a:latin typeface="Arial" charset="0"/>
                <a:cs typeface="Arial" charset="0"/>
              </a:rPr>
              <a:t>: sont des machines capables d’envoyer et de recevoir des données directement sur le réseau (ordinateur, serveur, </a:t>
            </a:r>
            <a:r>
              <a:rPr lang="fr-FR" dirty="0" err="1">
                <a:solidFill>
                  <a:schemeClr val="tx1">
                    <a:lumMod val="50000"/>
                  </a:schemeClr>
                </a:solidFill>
                <a:latin typeface="Arial" charset="0"/>
                <a:cs typeface="Arial" charset="0"/>
              </a:rPr>
              <a:t>PDAs</a:t>
            </a:r>
            <a:r>
              <a:rPr lang="fr-FR" dirty="0">
                <a:solidFill>
                  <a:schemeClr val="tx1">
                    <a:lumMod val="50000"/>
                  </a:schemeClr>
                </a:solidFill>
                <a:latin typeface="Arial" charset="0"/>
                <a:cs typeface="Arial" charset="0"/>
              </a:rPr>
              <a:t>,…).</a:t>
            </a:r>
          </a:p>
          <a:p>
            <a:pPr marL="177800" indent="-177800">
              <a:spcBef>
                <a:spcPts val="1800"/>
              </a:spcBef>
              <a:buFont typeface="Wingdings" pitchFamily="2" charset="2"/>
              <a:buChar char="§"/>
              <a:defRPr/>
            </a:pPr>
            <a:r>
              <a:rPr lang="fr-FR" b="1" dirty="0">
                <a:solidFill>
                  <a:srgbClr val="0000CC"/>
                </a:solidFill>
                <a:latin typeface="Arial" charset="0"/>
                <a:cs typeface="Arial" charset="0"/>
              </a:rPr>
              <a:t>Périphériques partagés</a:t>
            </a:r>
            <a:r>
              <a:rPr lang="fr-FR" dirty="0">
                <a:solidFill>
                  <a:schemeClr val="tx1">
                    <a:lumMod val="50000"/>
                  </a:schemeClr>
                </a:solidFill>
                <a:latin typeface="Arial" charset="0"/>
                <a:cs typeface="Arial" charset="0"/>
              </a:rPr>
              <a:t>: Ne sont pas directement connectés au réseau, l’accès au réseau se fait à travers les hôtes(</a:t>
            </a:r>
            <a:r>
              <a:rPr lang="fr-FR" dirty="0" err="1">
                <a:solidFill>
                  <a:schemeClr val="tx1">
                    <a:lumMod val="50000"/>
                  </a:schemeClr>
                </a:solidFill>
                <a:latin typeface="Arial" charset="0"/>
                <a:cs typeface="Arial" charset="0"/>
              </a:rPr>
              <a:t>WebCam</a:t>
            </a:r>
            <a:r>
              <a:rPr lang="fr-FR" dirty="0">
                <a:solidFill>
                  <a:schemeClr val="tx1">
                    <a:lumMod val="50000"/>
                  </a:schemeClr>
                </a:solidFill>
                <a:latin typeface="Arial" charset="0"/>
                <a:cs typeface="Arial" charset="0"/>
              </a:rPr>
              <a:t>, imprimante,…).</a:t>
            </a:r>
          </a:p>
          <a:p>
            <a:pPr>
              <a:spcBef>
                <a:spcPts val="1800"/>
              </a:spcBef>
              <a:defRPr/>
            </a:pPr>
            <a:endParaRPr lang="fr-FR" dirty="0">
              <a:latin typeface="+mn-lt"/>
            </a:endParaRPr>
          </a:p>
        </p:txBody>
      </p:sp>
      <p:sp>
        <p:nvSpPr>
          <p:cNvPr id="37894" name="Rectangle 5"/>
          <p:cNvSpPr>
            <a:spLocks noChangeArrowheads="1"/>
          </p:cNvSpPr>
          <p:nvPr/>
        </p:nvSpPr>
        <p:spPr bwMode="auto">
          <a:xfrm>
            <a:off x="892175" y="5300663"/>
            <a:ext cx="8072438" cy="138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77800" indent="-165100" algn="just">
              <a:spcBef>
                <a:spcPts val="475"/>
              </a:spcBef>
              <a:buClr>
                <a:srgbClr val="00007C"/>
              </a:buClr>
              <a:buFont typeface="Wingdings" pitchFamily="2" charset="2"/>
              <a:buChar char=""/>
            </a:pPr>
            <a:r>
              <a:rPr lang="fr-FR" b="1" dirty="0">
                <a:solidFill>
                  <a:srgbClr val="00B050"/>
                </a:solidFill>
                <a:latin typeface="Arial" pitchFamily="34" charset="0"/>
              </a:rPr>
              <a:t>Serveur</a:t>
            </a:r>
            <a:r>
              <a:rPr lang="fr-FR" b="1" dirty="0">
                <a:solidFill>
                  <a:srgbClr val="0070C0"/>
                </a:solidFill>
                <a:latin typeface="Arial" pitchFamily="34" charset="0"/>
              </a:rPr>
              <a:t> </a:t>
            </a:r>
            <a:r>
              <a:rPr lang="fr-FR" dirty="0">
                <a:latin typeface="Arial" pitchFamily="34" charset="0"/>
              </a:rPr>
              <a:t>= Hôtes qui fournissent des données ou des services réseaux  (DHCP, DNS, WEB, etc.)</a:t>
            </a:r>
          </a:p>
          <a:p>
            <a:pPr marL="177800" indent="-165100" algn="just">
              <a:spcBef>
                <a:spcPts val="475"/>
              </a:spcBef>
              <a:buClr>
                <a:srgbClr val="00007C"/>
              </a:buClr>
              <a:buFont typeface="Wingdings" pitchFamily="2" charset="2"/>
              <a:buChar char=""/>
            </a:pPr>
            <a:r>
              <a:rPr lang="fr-FR" b="1" dirty="0">
                <a:solidFill>
                  <a:srgbClr val="00B050"/>
                </a:solidFill>
                <a:latin typeface="Arial" pitchFamily="34" charset="0"/>
              </a:rPr>
              <a:t>Clients</a:t>
            </a:r>
            <a:r>
              <a:rPr lang="fr-FR" b="1" dirty="0">
                <a:solidFill>
                  <a:srgbClr val="006500"/>
                </a:solidFill>
                <a:latin typeface="Arial" pitchFamily="34" charset="0"/>
              </a:rPr>
              <a:t> </a:t>
            </a:r>
            <a:r>
              <a:rPr lang="fr-FR" dirty="0">
                <a:latin typeface="Arial" pitchFamily="34" charset="0"/>
              </a:rPr>
              <a:t>= Hôte contenant des logiciels permettant d’interroger et d’afficher les informations obtenues à partir du serveur.</a:t>
            </a:r>
          </a:p>
        </p:txBody>
      </p:sp>
      <p:pic>
        <p:nvPicPr>
          <p:cNvPr id="3789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2636838"/>
            <a:ext cx="7527925" cy="2609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Virage 8"/>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414566521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7895"/>
                                        </p:tgtEl>
                                        <p:attrNameLst>
                                          <p:attrName>style.visibility</p:attrName>
                                        </p:attrNameLst>
                                      </p:cBhvr>
                                      <p:to>
                                        <p:strVal val="visible"/>
                                      </p:to>
                                    </p:set>
                                    <p:animEffect transition="in" filter="barn(inVertical)">
                                      <p:cBhvr>
                                        <p:cTn id="12" dur="500"/>
                                        <p:tgtEl>
                                          <p:spTgt spid="3789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7894">
                                            <p:txEl>
                                              <p:pRg st="0" end="0"/>
                                            </p:txEl>
                                          </p:spTgt>
                                        </p:tgtEl>
                                        <p:attrNameLst>
                                          <p:attrName>style.visibility</p:attrName>
                                        </p:attrNameLst>
                                      </p:cBhvr>
                                      <p:to>
                                        <p:strVal val="visible"/>
                                      </p:to>
                                    </p:set>
                                    <p:animEffect transition="in" filter="barn(inVertical)">
                                      <p:cBhvr>
                                        <p:cTn id="17" dur="500"/>
                                        <p:tgtEl>
                                          <p:spTgt spid="3789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7894">
                                            <p:txEl>
                                              <p:pRg st="1" end="1"/>
                                            </p:txEl>
                                          </p:spTgt>
                                        </p:tgtEl>
                                        <p:attrNameLst>
                                          <p:attrName>style.visibility</p:attrName>
                                        </p:attrNameLst>
                                      </p:cBhvr>
                                      <p:to>
                                        <p:strVal val="visible"/>
                                      </p:to>
                                    </p:set>
                                    <p:animEffect transition="in" filter="barn(inVertical)">
                                      <p:cBhvr>
                                        <p:cTn id="22" dur="500"/>
                                        <p:tgtEl>
                                          <p:spTgt spid="3789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Text Box 9"/>
          <p:cNvSpPr txBox="1">
            <a:spLocks noChangeArrowheads="1"/>
          </p:cNvSpPr>
          <p:nvPr/>
        </p:nvSpPr>
        <p:spPr bwMode="auto">
          <a:xfrm>
            <a:off x="576130" y="4453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sz="1800" b="1" dirty="0">
                <a:solidFill>
                  <a:srgbClr val="000000"/>
                </a:solidFill>
                <a:latin typeface="Arial" pitchFamily="34" charset="0"/>
              </a:rPr>
              <a:t>Composants de base d’un réseau </a:t>
            </a:r>
            <a:r>
              <a:rPr lang="fr-FR" b="1" dirty="0">
                <a:solidFill>
                  <a:srgbClr val="000000"/>
                </a:solidFill>
                <a:latin typeface="Arial" pitchFamily="34" charset="0"/>
              </a:rPr>
              <a:t>informatique</a:t>
            </a:r>
            <a:r>
              <a:rPr lang="fr-FR" sz="1800" b="1" dirty="0">
                <a:solidFill>
                  <a:srgbClr val="000000"/>
                </a:solidFill>
                <a:latin typeface="Arial" pitchFamily="34" charset="0"/>
              </a:rPr>
              <a:t> </a:t>
            </a:r>
          </a:p>
        </p:txBody>
      </p:sp>
      <p:sp>
        <p:nvSpPr>
          <p:cNvPr id="38916"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err="1">
                <a:solidFill>
                  <a:srgbClr val="000000"/>
                </a:solidFill>
                <a:latin typeface="Arial" pitchFamily="34" charset="0"/>
              </a:rPr>
              <a:t>Noeuds</a:t>
            </a:r>
            <a:r>
              <a:rPr lang="fr-FR" sz="2400" b="1" dirty="0">
                <a:solidFill>
                  <a:srgbClr val="000000"/>
                </a:solidFill>
                <a:latin typeface="Arial" pitchFamily="34" charset="0"/>
              </a:rPr>
              <a:t> Intermédiaires</a:t>
            </a:r>
          </a:p>
        </p:txBody>
      </p:sp>
      <p:sp>
        <p:nvSpPr>
          <p:cNvPr id="2" name="Rectangle 1"/>
          <p:cNvSpPr/>
          <p:nvPr/>
        </p:nvSpPr>
        <p:spPr>
          <a:xfrm>
            <a:off x="428625" y="963613"/>
            <a:ext cx="8607425" cy="2246312"/>
          </a:xfrm>
          <a:prstGeom prst="rect">
            <a:avLst/>
          </a:prstGeom>
        </p:spPr>
        <p:txBody>
          <a:bodyPr>
            <a:spAutoFit/>
          </a:bodyPr>
          <a:lstStyle/>
          <a:p>
            <a:pPr marL="177800" indent="-177800">
              <a:spcBef>
                <a:spcPts val="1200"/>
              </a:spcBef>
              <a:buFont typeface="Wingdings" pitchFamily="2" charset="2"/>
              <a:buChar char="§"/>
              <a:defRPr/>
            </a:pPr>
            <a:r>
              <a:rPr lang="fr-FR" dirty="0">
                <a:latin typeface="+mn-lt"/>
              </a:rPr>
              <a:t>Un nœud Intermédiaire a pour objectif de transférer les messages d’une ligne d’entrée vers une ligne de sortie. Principalement, Il peut être un </a:t>
            </a:r>
            <a:r>
              <a:rPr lang="fr-FR" b="1" dirty="0">
                <a:solidFill>
                  <a:srgbClr val="0000CC"/>
                </a:solidFill>
                <a:latin typeface="+mn-lt"/>
              </a:rPr>
              <a:t>routeur </a:t>
            </a:r>
            <a:r>
              <a:rPr lang="fr-FR" dirty="0">
                <a:latin typeface="+mn-lt"/>
              </a:rPr>
              <a:t>, un </a:t>
            </a:r>
            <a:r>
              <a:rPr lang="fr-FR" b="1" dirty="0">
                <a:solidFill>
                  <a:srgbClr val="0000CC"/>
                </a:solidFill>
                <a:latin typeface="+mn-lt"/>
              </a:rPr>
              <a:t>commutateur </a:t>
            </a:r>
            <a:r>
              <a:rPr lang="fr-FR" dirty="0">
                <a:latin typeface="+mn-lt"/>
              </a:rPr>
              <a:t>ou un </a:t>
            </a:r>
            <a:r>
              <a:rPr lang="fr-FR" b="1" dirty="0">
                <a:solidFill>
                  <a:srgbClr val="0000CC"/>
                </a:solidFill>
                <a:latin typeface="Arial" pitchFamily="34" charset="0"/>
              </a:rPr>
              <a:t>concentrateurs</a:t>
            </a:r>
            <a:r>
              <a:rPr lang="fr-FR" b="1" dirty="0">
                <a:latin typeface="+mn-lt"/>
              </a:rPr>
              <a:t> .</a:t>
            </a:r>
          </a:p>
          <a:p>
            <a:pPr marL="355600" lvl="1" indent="-177800">
              <a:spcBef>
                <a:spcPts val="1200"/>
              </a:spcBef>
              <a:buClr>
                <a:srgbClr val="0000CC"/>
              </a:buClr>
              <a:buFont typeface="Arial" pitchFamily="34" charset="0"/>
              <a:buChar char="•"/>
              <a:tabLst>
                <a:tab pos="355600" algn="l"/>
              </a:tabLst>
              <a:defRPr/>
            </a:pPr>
            <a:r>
              <a:rPr lang="fr-FR" dirty="0">
                <a:latin typeface="Arial" pitchFamily="34" charset="0"/>
              </a:rPr>
              <a:t>Les </a:t>
            </a:r>
            <a:r>
              <a:rPr lang="fr-FR" b="1" dirty="0">
                <a:solidFill>
                  <a:srgbClr val="0070C0"/>
                </a:solidFill>
                <a:latin typeface="Arial" pitchFamily="34" charset="0"/>
              </a:rPr>
              <a:t>commutateurs</a:t>
            </a:r>
            <a:r>
              <a:rPr lang="fr-FR" dirty="0">
                <a:latin typeface="Arial" pitchFamily="34" charset="0"/>
              </a:rPr>
              <a:t> et les </a:t>
            </a:r>
            <a:r>
              <a:rPr lang="fr-FR" b="1" dirty="0">
                <a:solidFill>
                  <a:srgbClr val="0070C0"/>
                </a:solidFill>
                <a:latin typeface="Arial" pitchFamily="34" charset="0"/>
              </a:rPr>
              <a:t>concentrateurs</a:t>
            </a:r>
            <a:r>
              <a:rPr lang="fr-FR" dirty="0">
                <a:latin typeface="Arial" pitchFamily="34" charset="0"/>
              </a:rPr>
              <a:t> c</a:t>
            </a:r>
            <a:r>
              <a:rPr lang="fr-FR" u="sng" dirty="0">
                <a:latin typeface="Arial" pitchFamily="34" charset="0"/>
              </a:rPr>
              <a:t>onnectent les hôtes au  sein du même segment;</a:t>
            </a:r>
            <a:endParaRPr lang="fr-FR" dirty="0">
              <a:latin typeface="Arial" pitchFamily="34" charset="0"/>
              <a:cs typeface="Times New Roman" pitchFamily="18" charset="0"/>
            </a:endParaRPr>
          </a:p>
          <a:p>
            <a:pPr marL="355600" lvl="1" indent="-177800">
              <a:spcBef>
                <a:spcPts val="1200"/>
              </a:spcBef>
              <a:buClr>
                <a:srgbClr val="0000CC"/>
              </a:buClr>
              <a:buFont typeface="Arial" pitchFamily="34" charset="0"/>
              <a:buChar char="•"/>
              <a:tabLst>
                <a:tab pos="355600" algn="l"/>
              </a:tabLst>
              <a:defRPr/>
            </a:pPr>
            <a:r>
              <a:rPr lang="fr-FR" b="1" dirty="0">
                <a:solidFill>
                  <a:srgbClr val="0070C0"/>
                </a:solidFill>
                <a:latin typeface="Arial" pitchFamily="34" charset="0"/>
              </a:rPr>
              <a:t>Routeurs</a:t>
            </a:r>
            <a:r>
              <a:rPr lang="fr-FR" dirty="0">
                <a:solidFill>
                  <a:srgbClr val="0070C0"/>
                </a:solidFill>
                <a:latin typeface="Arial" pitchFamily="34" charset="0"/>
              </a:rPr>
              <a:t> </a:t>
            </a:r>
            <a:r>
              <a:rPr lang="fr-FR" dirty="0">
                <a:latin typeface="Arial" pitchFamily="34" charset="0"/>
              </a:rPr>
              <a:t>connectent </a:t>
            </a:r>
            <a:r>
              <a:rPr lang="fr-FR" u="sng" dirty="0">
                <a:latin typeface="Arial" pitchFamily="34" charset="0"/>
              </a:rPr>
              <a:t>les segments entre eux</a:t>
            </a:r>
            <a:endParaRPr lang="fr-FR" dirty="0">
              <a:latin typeface="Arial" pitchFamily="34" charset="0"/>
            </a:endParaRPr>
          </a:p>
        </p:txBody>
      </p:sp>
      <p:pic>
        <p:nvPicPr>
          <p:cNvPr id="389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800" y="3298825"/>
            <a:ext cx="7334250" cy="322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Virage 7"/>
          <p:cNvSpPr/>
          <p:nvPr/>
        </p:nvSpPr>
        <p:spPr bwMode="auto">
          <a:xfrm flipV="1">
            <a:off x="683460"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92679428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barn(inVertical)">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barn(inVertical)">
                                      <p:cBhvr>
                                        <p:cTn id="1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Composants de base d’un réseau informatique </a:t>
            </a:r>
          </a:p>
        </p:txBody>
      </p:sp>
      <p:sp>
        <p:nvSpPr>
          <p:cNvPr id="39940"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Messages</a:t>
            </a:r>
          </a:p>
        </p:txBody>
      </p:sp>
      <p:sp>
        <p:nvSpPr>
          <p:cNvPr id="39941" name="object 5"/>
          <p:cNvSpPr txBox="1">
            <a:spLocks noChangeArrowheads="1"/>
          </p:cNvSpPr>
          <p:nvPr/>
        </p:nvSpPr>
        <p:spPr bwMode="auto">
          <a:xfrm>
            <a:off x="469900" y="1035050"/>
            <a:ext cx="845820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eaLnBrk="0" hangingPunct="0">
              <a:tabLst>
                <a:tab pos="755650" algn="l"/>
              </a:tabLst>
              <a:defRPr sz="2000">
                <a:solidFill>
                  <a:schemeClr val="tx1"/>
                </a:solidFill>
                <a:latin typeface="Verdana" pitchFamily="34" charset="0"/>
                <a:cs typeface="Arial" pitchFamily="34" charset="0"/>
              </a:defRPr>
            </a:lvl1pPr>
            <a:lvl2pPr marL="342900" indent="-342900" eaLnBrk="0" hangingPunct="0">
              <a:tabLst>
                <a:tab pos="755650" algn="l"/>
              </a:tabLst>
              <a:defRPr sz="2000">
                <a:solidFill>
                  <a:schemeClr val="tx1"/>
                </a:solidFill>
                <a:latin typeface="Verdana" pitchFamily="34" charset="0"/>
                <a:cs typeface="Arial" pitchFamily="34" charset="0"/>
              </a:defRPr>
            </a:lvl2pPr>
            <a:lvl3pPr marL="1143000" indent="-228600" eaLnBrk="0" hangingPunct="0">
              <a:tabLst>
                <a:tab pos="755650" algn="l"/>
              </a:tabLst>
              <a:defRPr sz="2000">
                <a:solidFill>
                  <a:schemeClr val="tx1"/>
                </a:solidFill>
                <a:latin typeface="Verdana" pitchFamily="34" charset="0"/>
                <a:cs typeface="Arial" pitchFamily="34" charset="0"/>
              </a:defRPr>
            </a:lvl3pPr>
            <a:lvl4pPr marL="1600200" indent="-228600" eaLnBrk="0" hangingPunct="0">
              <a:tabLst>
                <a:tab pos="755650" algn="l"/>
              </a:tabLst>
              <a:defRPr sz="2000">
                <a:solidFill>
                  <a:schemeClr val="tx1"/>
                </a:solidFill>
                <a:latin typeface="Verdana" pitchFamily="34" charset="0"/>
                <a:cs typeface="Arial" pitchFamily="34" charset="0"/>
              </a:defRPr>
            </a:lvl4pPr>
            <a:lvl5pPr marL="2057400" indent="-228600" eaLnBrk="0" hangingPunct="0">
              <a:tabLst>
                <a:tab pos="755650" algn="l"/>
              </a:tabLst>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9pPr>
          </a:lstStyle>
          <a:p>
            <a:pPr lvl="1" algn="just" eaLnBrk="1" hangingPunct="1">
              <a:spcBef>
                <a:spcPts val="600"/>
              </a:spcBef>
              <a:spcAft>
                <a:spcPts val="600"/>
              </a:spcAft>
              <a:buClr>
                <a:srgbClr val="0000CC"/>
              </a:buClr>
              <a:buFont typeface="Wingdings" pitchFamily="2" charset="2"/>
              <a:buChar char="§"/>
            </a:pPr>
            <a:r>
              <a:rPr lang="fr-FR">
                <a:latin typeface="Arial" pitchFamily="34" charset="0"/>
              </a:rPr>
              <a:t>Tous les types de messages doivent être convertis en bits, c’est-à-  dire   en signaux numériques codés en binaire, avant d’être envoyés vers leurs  destinations.</a:t>
            </a:r>
            <a:endParaRPr lang="fr-FR" sz="1600">
              <a:latin typeface="Arial" pitchFamily="34" charset="0"/>
            </a:endParaRPr>
          </a:p>
          <a:p>
            <a:pPr lvl="1" eaLnBrk="1" hangingPunct="1">
              <a:lnSpc>
                <a:spcPct val="82000"/>
              </a:lnSpc>
              <a:spcBef>
                <a:spcPts val="425"/>
              </a:spcBef>
              <a:buClr>
                <a:srgbClr val="9999CC"/>
              </a:buClr>
              <a:buFont typeface="Wingdings" pitchFamily="2" charset="2"/>
              <a:buChar char="§"/>
            </a:pPr>
            <a:endParaRPr lang="fr-FR" sz="1600">
              <a:latin typeface="Arial" pitchFamily="34" charset="0"/>
            </a:endParaRPr>
          </a:p>
        </p:txBody>
      </p:sp>
      <p:pic>
        <p:nvPicPr>
          <p:cNvPr id="3994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093913"/>
            <a:ext cx="7239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Virage 7"/>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94428925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9942"/>
                                        </p:tgtEl>
                                        <p:attrNameLst>
                                          <p:attrName>style.visibility</p:attrName>
                                        </p:attrNameLst>
                                      </p:cBhvr>
                                      <p:to>
                                        <p:strVal val="visible"/>
                                      </p:to>
                                    </p:set>
                                    <p:animEffect transition="in" filter="barn(inVertical)">
                                      <p:cBhvr>
                                        <p:cTn id="7" dur="500"/>
                                        <p:tgtEl>
                                          <p:spTgt spid="399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Text Box 9"/>
          <p:cNvSpPr txBox="1">
            <a:spLocks noChangeArrowheads="1"/>
          </p:cNvSpPr>
          <p:nvPr/>
        </p:nvSpPr>
        <p:spPr bwMode="auto">
          <a:xfrm>
            <a:off x="576130" y="4453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Composants de base d’un réseau informatique </a:t>
            </a:r>
          </a:p>
        </p:txBody>
      </p:sp>
      <p:sp>
        <p:nvSpPr>
          <p:cNvPr id="40964"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Supports de transmission</a:t>
            </a:r>
          </a:p>
        </p:txBody>
      </p:sp>
      <p:sp>
        <p:nvSpPr>
          <p:cNvPr id="40965" name="object 5"/>
          <p:cNvSpPr txBox="1">
            <a:spLocks noChangeArrowheads="1"/>
          </p:cNvSpPr>
          <p:nvPr/>
        </p:nvSpPr>
        <p:spPr bwMode="auto">
          <a:xfrm>
            <a:off x="469900" y="1131888"/>
            <a:ext cx="8458200" cy="603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eaLnBrk="0" hangingPunct="0">
              <a:tabLst>
                <a:tab pos="755650" algn="l"/>
              </a:tabLst>
              <a:defRPr sz="2000">
                <a:solidFill>
                  <a:schemeClr val="tx1"/>
                </a:solidFill>
                <a:latin typeface="Verdana" pitchFamily="34" charset="0"/>
                <a:cs typeface="Arial" pitchFamily="34" charset="0"/>
              </a:defRPr>
            </a:lvl1pPr>
            <a:lvl2pPr marL="177800" indent="-177800" eaLnBrk="0" hangingPunct="0">
              <a:tabLst>
                <a:tab pos="755650" algn="l"/>
              </a:tabLst>
              <a:defRPr sz="2000">
                <a:solidFill>
                  <a:schemeClr val="tx1"/>
                </a:solidFill>
                <a:latin typeface="Verdana" pitchFamily="34" charset="0"/>
                <a:cs typeface="Arial" pitchFamily="34" charset="0"/>
              </a:defRPr>
            </a:lvl2pPr>
            <a:lvl3pPr marL="1143000" indent="-228600" eaLnBrk="0" hangingPunct="0">
              <a:tabLst>
                <a:tab pos="755650" algn="l"/>
              </a:tabLst>
              <a:defRPr sz="2000">
                <a:solidFill>
                  <a:schemeClr val="tx1"/>
                </a:solidFill>
                <a:latin typeface="Verdana" pitchFamily="34" charset="0"/>
                <a:cs typeface="Arial" pitchFamily="34" charset="0"/>
              </a:defRPr>
            </a:lvl3pPr>
            <a:lvl4pPr marL="1600200" indent="-228600" eaLnBrk="0" hangingPunct="0">
              <a:tabLst>
                <a:tab pos="755650" algn="l"/>
              </a:tabLst>
              <a:defRPr sz="2000">
                <a:solidFill>
                  <a:schemeClr val="tx1"/>
                </a:solidFill>
                <a:latin typeface="Verdana" pitchFamily="34" charset="0"/>
                <a:cs typeface="Arial" pitchFamily="34" charset="0"/>
              </a:defRPr>
            </a:lvl4pPr>
            <a:lvl5pPr marL="2057400" indent="-228600" eaLnBrk="0" hangingPunct="0">
              <a:tabLst>
                <a:tab pos="755650" algn="l"/>
              </a:tabLst>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tabLst>
                <a:tab pos="755650" algn="l"/>
              </a:tabLst>
              <a:defRPr sz="2000">
                <a:solidFill>
                  <a:schemeClr val="tx1"/>
                </a:solidFill>
                <a:latin typeface="Verdana" pitchFamily="34" charset="0"/>
                <a:cs typeface="Arial" pitchFamily="34" charset="0"/>
              </a:defRPr>
            </a:lvl9pPr>
          </a:lstStyle>
          <a:p>
            <a:pPr lvl="1" algn="just" eaLnBrk="1" hangingPunct="1">
              <a:spcBef>
                <a:spcPts val="1200"/>
              </a:spcBef>
              <a:spcAft>
                <a:spcPts val="1800"/>
              </a:spcAft>
              <a:buClr>
                <a:srgbClr val="0000CC"/>
              </a:buClr>
              <a:buFont typeface="Wingdings" pitchFamily="2" charset="2"/>
              <a:buChar char="§"/>
            </a:pPr>
            <a:r>
              <a:rPr lang="fr-FR" dirty="0">
                <a:latin typeface="Arial" pitchFamily="34" charset="0"/>
              </a:rPr>
              <a:t>Permet de connecter (physiquement) les hôtes et les périphériques réseau entre eux.</a:t>
            </a:r>
          </a:p>
          <a:p>
            <a:pPr lvl="1" algn="just" eaLnBrk="1" hangingPunct="1">
              <a:spcBef>
                <a:spcPts val="1200"/>
              </a:spcBef>
              <a:spcAft>
                <a:spcPts val="1800"/>
              </a:spcAft>
              <a:buClr>
                <a:srgbClr val="0000CC"/>
              </a:buClr>
              <a:buFont typeface="Wingdings" pitchFamily="2" charset="2"/>
              <a:buChar char="§"/>
            </a:pPr>
            <a:r>
              <a:rPr lang="fr-FR" dirty="0">
                <a:latin typeface="Arial" pitchFamily="34" charset="0"/>
              </a:rPr>
              <a:t>On trouve trois grandes catégories:</a:t>
            </a:r>
          </a:p>
          <a:p>
            <a:pPr lvl="1" algn="just" eaLnBrk="1" hangingPunct="1">
              <a:spcBef>
                <a:spcPts val="1200"/>
              </a:spcBef>
              <a:spcAft>
                <a:spcPts val="1800"/>
              </a:spcAft>
              <a:buClr>
                <a:srgbClr val="0000CC"/>
              </a:buClr>
              <a:buFont typeface="Arial" pitchFamily="34" charset="0"/>
              <a:buChar char="•"/>
            </a:pPr>
            <a:r>
              <a:rPr lang="fr-FR" b="1" dirty="0">
                <a:solidFill>
                  <a:srgbClr val="0000CC"/>
                </a:solidFill>
                <a:latin typeface="Arial" pitchFamily="34" charset="0"/>
              </a:rPr>
              <a:t>Supports filaires </a:t>
            </a:r>
            <a:r>
              <a:rPr lang="fr-FR" dirty="0">
                <a:latin typeface="Arial" pitchFamily="34" charset="0"/>
              </a:rPr>
              <a:t>: permettent de faire circuler une grandeur électrique sur un câble généralement métallique.</a:t>
            </a:r>
          </a:p>
          <a:p>
            <a:pPr lvl="1" algn="just" eaLnBrk="1" hangingPunct="1">
              <a:spcBef>
                <a:spcPts val="1200"/>
              </a:spcBef>
              <a:spcAft>
                <a:spcPts val="1800"/>
              </a:spcAft>
              <a:buClr>
                <a:srgbClr val="0000CC"/>
              </a:buClr>
              <a:buFont typeface="Arial" pitchFamily="34" charset="0"/>
              <a:buChar char="•"/>
            </a:pPr>
            <a:r>
              <a:rPr lang="fr-FR" b="1" dirty="0">
                <a:solidFill>
                  <a:srgbClr val="0000CC"/>
                </a:solidFill>
                <a:latin typeface="Arial" pitchFamily="34" charset="0"/>
              </a:rPr>
              <a:t>Supports optiques </a:t>
            </a:r>
            <a:r>
              <a:rPr lang="fr-FR" dirty="0">
                <a:latin typeface="Arial" pitchFamily="34" charset="0"/>
              </a:rPr>
              <a:t>: permettent d'acheminer des informations sous forme lumineuse.</a:t>
            </a:r>
          </a:p>
          <a:p>
            <a:pPr lvl="1" algn="just" eaLnBrk="1" hangingPunct="1">
              <a:spcBef>
                <a:spcPts val="1200"/>
              </a:spcBef>
              <a:buClr>
                <a:srgbClr val="0000CC"/>
              </a:buClr>
              <a:buFont typeface="Arial" pitchFamily="34" charset="0"/>
              <a:buChar char="•"/>
            </a:pPr>
            <a:r>
              <a:rPr lang="fr-FR" b="1" dirty="0">
                <a:solidFill>
                  <a:srgbClr val="0000CC"/>
                </a:solidFill>
                <a:latin typeface="Arial" pitchFamily="34" charset="0"/>
              </a:rPr>
              <a:t>Supports de transmission sans fils </a:t>
            </a:r>
            <a:r>
              <a:rPr lang="fr-FR" dirty="0">
                <a:latin typeface="Arial" pitchFamily="34" charset="0"/>
              </a:rPr>
              <a:t>(hertziens): permettent la circulation d'ondes électromagnétiques ou radio électriques diverses.</a:t>
            </a:r>
          </a:p>
          <a:p>
            <a:pPr lvl="1" algn="just" eaLnBrk="1" hangingPunct="1">
              <a:spcBef>
                <a:spcPts val="2400"/>
              </a:spcBef>
              <a:buClr>
                <a:srgbClr val="0000CC"/>
              </a:buClr>
              <a:buFont typeface="Wingdings" pitchFamily="2" charset="2"/>
              <a:buChar char="§"/>
            </a:pPr>
            <a:r>
              <a:rPr lang="fr-FR" b="1" dirty="0">
                <a:latin typeface="Arial" pitchFamily="34" charset="0"/>
              </a:rPr>
              <a:t>Se situent au niveau de la couche physique</a:t>
            </a:r>
          </a:p>
          <a:p>
            <a:pPr lvl="1" algn="just" eaLnBrk="1" hangingPunct="1">
              <a:spcBef>
                <a:spcPts val="1200"/>
              </a:spcBef>
              <a:buClr>
                <a:srgbClr val="0000CC"/>
              </a:buClr>
              <a:buFont typeface="Arial" pitchFamily="34" charset="0"/>
              <a:buChar char="•"/>
            </a:pPr>
            <a:endParaRPr lang="fr-FR" dirty="0">
              <a:latin typeface="Arial" pitchFamily="34" charset="0"/>
            </a:endParaRPr>
          </a:p>
          <a:p>
            <a:pPr lvl="1" algn="just" eaLnBrk="1" hangingPunct="1">
              <a:spcBef>
                <a:spcPts val="600"/>
              </a:spcBef>
              <a:spcAft>
                <a:spcPts val="600"/>
              </a:spcAft>
              <a:buClr>
                <a:srgbClr val="0000CC"/>
              </a:buClr>
              <a:buFont typeface="Wingdings" pitchFamily="2" charset="2"/>
              <a:buChar char="§"/>
            </a:pPr>
            <a:endParaRPr lang="fr-FR" sz="1600" dirty="0">
              <a:latin typeface="Arial" pitchFamily="34" charset="0"/>
            </a:endParaRPr>
          </a:p>
          <a:p>
            <a:pPr lvl="1" eaLnBrk="1" hangingPunct="1">
              <a:lnSpc>
                <a:spcPct val="82000"/>
              </a:lnSpc>
              <a:spcBef>
                <a:spcPts val="425"/>
              </a:spcBef>
              <a:buClr>
                <a:srgbClr val="9999CC"/>
              </a:buClr>
              <a:buFont typeface="Wingdings" pitchFamily="2" charset="2"/>
              <a:buChar char="§"/>
            </a:pPr>
            <a:endParaRPr lang="fr-FR" sz="1600" dirty="0">
              <a:latin typeface="Arial" pitchFamily="34" charset="0"/>
            </a:endParaRPr>
          </a:p>
        </p:txBody>
      </p:sp>
      <p:sp>
        <p:nvSpPr>
          <p:cNvPr id="7" name="Virage 6"/>
          <p:cNvSpPr/>
          <p:nvPr/>
        </p:nvSpPr>
        <p:spPr bwMode="auto">
          <a:xfrm flipV="1">
            <a:off x="683460"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96897822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0965">
                                            <p:txEl>
                                              <p:pRg st="1" end="1"/>
                                            </p:txEl>
                                          </p:spTgt>
                                        </p:tgtEl>
                                        <p:attrNameLst>
                                          <p:attrName>style.visibility</p:attrName>
                                        </p:attrNameLst>
                                      </p:cBhvr>
                                      <p:to>
                                        <p:strVal val="visible"/>
                                      </p:to>
                                    </p:set>
                                    <p:animEffect transition="in" filter="barn(inVertical)">
                                      <p:cBhvr>
                                        <p:cTn id="7" dur="500"/>
                                        <p:tgtEl>
                                          <p:spTgt spid="40965">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40965">
                                            <p:txEl>
                                              <p:pRg st="2" end="2"/>
                                            </p:txEl>
                                          </p:spTgt>
                                        </p:tgtEl>
                                        <p:attrNameLst>
                                          <p:attrName>style.visibility</p:attrName>
                                        </p:attrNameLst>
                                      </p:cBhvr>
                                      <p:to>
                                        <p:strVal val="visible"/>
                                      </p:to>
                                    </p:set>
                                    <p:animEffect transition="in" filter="barn(inVertical)">
                                      <p:cBhvr>
                                        <p:cTn id="12" dur="500"/>
                                        <p:tgtEl>
                                          <p:spTgt spid="4096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40965">
                                            <p:txEl>
                                              <p:pRg st="3" end="3"/>
                                            </p:txEl>
                                          </p:spTgt>
                                        </p:tgtEl>
                                        <p:attrNameLst>
                                          <p:attrName>style.visibility</p:attrName>
                                        </p:attrNameLst>
                                      </p:cBhvr>
                                      <p:to>
                                        <p:strVal val="visible"/>
                                      </p:to>
                                    </p:set>
                                    <p:animEffect transition="in" filter="barn(inVertical)">
                                      <p:cBhvr>
                                        <p:cTn id="17" dur="500"/>
                                        <p:tgtEl>
                                          <p:spTgt spid="4096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40965">
                                            <p:txEl>
                                              <p:pRg st="4" end="4"/>
                                            </p:txEl>
                                          </p:spTgt>
                                        </p:tgtEl>
                                        <p:attrNameLst>
                                          <p:attrName>style.visibility</p:attrName>
                                        </p:attrNameLst>
                                      </p:cBhvr>
                                      <p:to>
                                        <p:strVal val="visible"/>
                                      </p:to>
                                    </p:set>
                                    <p:animEffect transition="in" filter="barn(inVertical)">
                                      <p:cBhvr>
                                        <p:cTn id="22" dur="500"/>
                                        <p:tgtEl>
                                          <p:spTgt spid="4096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40965">
                                            <p:txEl>
                                              <p:pRg st="5" end="5"/>
                                            </p:txEl>
                                          </p:spTgt>
                                        </p:tgtEl>
                                        <p:attrNameLst>
                                          <p:attrName>style.visibility</p:attrName>
                                        </p:attrNameLst>
                                      </p:cBhvr>
                                      <p:to>
                                        <p:strVal val="visible"/>
                                      </p:to>
                                    </p:set>
                                    <p:animEffect transition="in" filter="barn(inVertical)">
                                      <p:cBhvr>
                                        <p:cTn id="27" dur="500"/>
                                        <p:tgtEl>
                                          <p:spTgt spid="4096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Text Box 9"/>
          <p:cNvSpPr txBox="1">
            <a:spLocks noChangeArrowheads="1"/>
          </p:cNvSpPr>
          <p:nvPr/>
        </p:nvSpPr>
        <p:spPr bwMode="auto">
          <a:xfrm>
            <a:off x="539440" y="-2748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Composants de base d’un réseau informatique </a:t>
            </a:r>
          </a:p>
        </p:txBody>
      </p:sp>
      <p:sp>
        <p:nvSpPr>
          <p:cNvPr id="41988"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Supports de transmission</a:t>
            </a:r>
          </a:p>
        </p:txBody>
      </p:sp>
      <p:sp>
        <p:nvSpPr>
          <p:cNvPr id="6" name="Rectangle 5"/>
          <p:cNvSpPr>
            <a:spLocks noChangeArrowheads="1"/>
          </p:cNvSpPr>
          <p:nvPr/>
        </p:nvSpPr>
        <p:spPr bwMode="auto">
          <a:xfrm>
            <a:off x="428625" y="4383088"/>
            <a:ext cx="8715375"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177800" indent="-165100">
              <a:buClr>
                <a:srgbClr val="0000CC"/>
              </a:buClr>
              <a:buFont typeface="Wingdings" pitchFamily="2" charset="2"/>
              <a:buChar char="§"/>
              <a:defRPr/>
            </a:pPr>
            <a:r>
              <a:rPr lang="fr-FR" b="1" dirty="0">
                <a:solidFill>
                  <a:srgbClr val="0000CC"/>
                </a:solidFill>
                <a:latin typeface="Arial" pitchFamily="34" charset="0"/>
              </a:rPr>
              <a:t>Les critères de choix d’un support réseau sont :</a:t>
            </a:r>
            <a:endParaRPr lang="fr-FR" sz="3200" b="1" dirty="0">
              <a:solidFill>
                <a:srgbClr val="0000CC"/>
              </a:solidFill>
              <a:latin typeface="Arial" pitchFamily="34" charset="0"/>
              <a:cs typeface="Times New Roman" pitchFamily="18" charset="0"/>
            </a:endParaRPr>
          </a:p>
          <a:p>
            <a:pPr marL="450850" indent="-177800">
              <a:buClr>
                <a:srgbClr val="00007C"/>
              </a:buClr>
              <a:buFont typeface="Arial" pitchFamily="34" charset="0"/>
              <a:buChar char="•"/>
              <a:defRPr/>
            </a:pPr>
            <a:r>
              <a:rPr lang="fr-FR" dirty="0">
                <a:solidFill>
                  <a:srgbClr val="333333"/>
                </a:solidFill>
                <a:latin typeface="Arial" pitchFamily="34" charset="0"/>
              </a:rPr>
              <a:t>la distance sur laquelle les supports peuvent transporter correctement  un signal ;</a:t>
            </a:r>
          </a:p>
          <a:p>
            <a:pPr marL="450850" indent="-177800">
              <a:spcBef>
                <a:spcPts val="475"/>
              </a:spcBef>
              <a:buClr>
                <a:srgbClr val="00007C"/>
              </a:buClr>
              <a:buFont typeface="Arial" pitchFamily="34" charset="0"/>
              <a:buChar char="•"/>
              <a:defRPr/>
            </a:pPr>
            <a:r>
              <a:rPr lang="fr-FR" dirty="0">
                <a:solidFill>
                  <a:srgbClr val="333333"/>
                </a:solidFill>
                <a:latin typeface="Arial" pitchFamily="34" charset="0"/>
              </a:rPr>
              <a:t>l’environnement dans lequel les supports doivent être installés ;</a:t>
            </a:r>
          </a:p>
          <a:p>
            <a:pPr marL="450850" indent="-177800">
              <a:spcBef>
                <a:spcPts val="475"/>
              </a:spcBef>
              <a:buClr>
                <a:srgbClr val="00007C"/>
              </a:buClr>
              <a:buFont typeface="Arial" pitchFamily="34" charset="0"/>
              <a:buChar char="•"/>
              <a:defRPr/>
            </a:pPr>
            <a:r>
              <a:rPr lang="fr-FR" dirty="0">
                <a:solidFill>
                  <a:srgbClr val="333333"/>
                </a:solidFill>
                <a:latin typeface="Arial" pitchFamily="34" charset="0"/>
              </a:rPr>
              <a:t>la quantité de données et le débit de la transmission ;</a:t>
            </a:r>
          </a:p>
          <a:p>
            <a:pPr marL="450850" indent="-177800">
              <a:spcBef>
                <a:spcPts val="475"/>
              </a:spcBef>
              <a:buClr>
                <a:srgbClr val="00007C"/>
              </a:buClr>
              <a:buFont typeface="Arial" pitchFamily="34" charset="0"/>
              <a:buChar char="•"/>
              <a:defRPr/>
            </a:pPr>
            <a:r>
              <a:rPr lang="fr-FR" dirty="0">
                <a:solidFill>
                  <a:srgbClr val="333333"/>
                </a:solidFill>
                <a:latin typeface="Arial" pitchFamily="34" charset="0"/>
              </a:rPr>
              <a:t>le coût des supports et de l’installation.</a:t>
            </a:r>
            <a:endParaRPr lang="fr-FR" sz="1800" b="1" dirty="0">
              <a:solidFill>
                <a:srgbClr val="333333"/>
              </a:solidFill>
              <a:latin typeface="Arial" pitchFamily="34" charset="0"/>
            </a:endParaRPr>
          </a:p>
        </p:txBody>
      </p:sp>
      <p:pic>
        <p:nvPicPr>
          <p:cNvPr id="419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688" y="981075"/>
            <a:ext cx="6392862"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8" name="Virage 7"/>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21730278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barn(inVertical)">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barn(inVertical)">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barn(inVertical)">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6">
                                            <p:txEl>
                                              <p:pRg st="4" end="4"/>
                                            </p:txEl>
                                          </p:spTgt>
                                        </p:tgtEl>
                                        <p:attrNameLst>
                                          <p:attrName>style.visibility</p:attrName>
                                        </p:attrNameLst>
                                      </p:cBhvr>
                                      <p:to>
                                        <p:strVal val="visible"/>
                                      </p:to>
                                    </p:set>
                                    <p:animEffect transition="in" filter="barn(inVertical)">
                                      <p:cBhvr>
                                        <p:cTn id="2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9"/>
          <p:cNvSpPr txBox="1">
            <a:spLocks noChangeArrowheads="1"/>
          </p:cNvSpPr>
          <p:nvPr/>
        </p:nvSpPr>
        <p:spPr bwMode="auto">
          <a:xfrm>
            <a:off x="53975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Composants de base d’un réseau informatique </a:t>
            </a:r>
          </a:p>
        </p:txBody>
      </p:sp>
      <p:sp>
        <p:nvSpPr>
          <p:cNvPr id="50179"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Protocoles</a:t>
            </a:r>
          </a:p>
        </p:txBody>
      </p:sp>
      <p:sp>
        <p:nvSpPr>
          <p:cNvPr id="54276" name="Rectangle 7"/>
          <p:cNvSpPr>
            <a:spLocks noChangeArrowheads="1"/>
          </p:cNvSpPr>
          <p:nvPr/>
        </p:nvSpPr>
        <p:spPr bwMode="auto">
          <a:xfrm>
            <a:off x="395288" y="949325"/>
            <a:ext cx="8178800"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355600" indent="-342900" algn="just">
              <a:spcBef>
                <a:spcPts val="600"/>
              </a:spcBef>
              <a:buFont typeface="Wingdings" pitchFamily="2" charset="2"/>
              <a:buChar char="§"/>
              <a:defRPr/>
            </a:pPr>
            <a:r>
              <a:rPr lang="fr-FR" sz="2400" dirty="0">
                <a:solidFill>
                  <a:srgbClr val="333333"/>
                </a:solidFill>
                <a:latin typeface="Arial" pitchFamily="34" charset="0"/>
              </a:rPr>
              <a:t>Les suites de protocoles réseau décrivent des processus tels  que :</a:t>
            </a:r>
          </a:p>
          <a:p>
            <a:pPr marL="450850" indent="-273050" algn="just">
              <a:spcBef>
                <a:spcPts val="1800"/>
              </a:spcBef>
              <a:buClr>
                <a:srgbClr val="00007C"/>
              </a:buClr>
              <a:buFont typeface="Wingdings" pitchFamily="2" charset="2"/>
              <a:buChar char=""/>
              <a:defRPr/>
            </a:pPr>
            <a:r>
              <a:rPr lang="fr-FR" sz="2400" dirty="0">
                <a:solidFill>
                  <a:srgbClr val="333333"/>
                </a:solidFill>
                <a:latin typeface="Arial" pitchFamily="34" charset="0"/>
              </a:rPr>
              <a:t>Le format ou la structure du message ;</a:t>
            </a:r>
          </a:p>
          <a:p>
            <a:pPr marL="450850" indent="-273050" algn="just">
              <a:spcBef>
                <a:spcPts val="1800"/>
              </a:spcBef>
              <a:buClr>
                <a:srgbClr val="00007C"/>
              </a:buClr>
              <a:buFont typeface="Wingdings" pitchFamily="2" charset="2"/>
              <a:buChar char=""/>
              <a:defRPr/>
            </a:pPr>
            <a:r>
              <a:rPr lang="fr-FR" sz="2400" dirty="0">
                <a:solidFill>
                  <a:srgbClr val="333333"/>
                </a:solidFill>
                <a:latin typeface="Arial" pitchFamily="34" charset="0"/>
              </a:rPr>
              <a:t>La méthode selon laquelle des périphériques réseau  partagent des informations sur des chemins avec d’autres  réseaux ;</a:t>
            </a:r>
          </a:p>
          <a:p>
            <a:pPr marL="450850" indent="-273050" algn="just">
              <a:spcBef>
                <a:spcPts val="1800"/>
              </a:spcBef>
              <a:buClr>
                <a:srgbClr val="00007C"/>
              </a:buClr>
              <a:buFont typeface="Wingdings" pitchFamily="2" charset="2"/>
              <a:buChar char=""/>
              <a:defRPr/>
            </a:pPr>
            <a:r>
              <a:rPr lang="fr-FR" sz="2400" dirty="0">
                <a:solidFill>
                  <a:srgbClr val="333333"/>
                </a:solidFill>
                <a:latin typeface="Arial" pitchFamily="34" charset="0"/>
              </a:rPr>
              <a:t>Comment et à quel moment des messages d’erreur et système sont transférés entre des périphériques ;</a:t>
            </a:r>
          </a:p>
          <a:p>
            <a:pPr marL="450850" indent="-273050" algn="just">
              <a:spcBef>
                <a:spcPts val="1800"/>
              </a:spcBef>
              <a:buClr>
                <a:srgbClr val="00007C"/>
              </a:buClr>
              <a:buFont typeface="Wingdings" pitchFamily="2" charset="2"/>
              <a:buChar char=""/>
              <a:defRPr/>
            </a:pPr>
            <a:r>
              <a:rPr lang="fr-FR" sz="2400" dirty="0">
                <a:solidFill>
                  <a:srgbClr val="333333"/>
                </a:solidFill>
                <a:latin typeface="Arial" pitchFamily="34" charset="0"/>
              </a:rPr>
              <a:t>La configuration et l’arrêt des sessions de transfert de  données.</a:t>
            </a:r>
          </a:p>
        </p:txBody>
      </p:sp>
      <p:sp>
        <p:nvSpPr>
          <p:cNvPr id="7" name="Virage 6"/>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678283424"/>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5" name="Rectangle 7"/>
          <p:cNvSpPr>
            <a:spLocks noChangeArrowheads="1"/>
          </p:cNvSpPr>
          <p:nvPr/>
        </p:nvSpPr>
        <p:spPr bwMode="auto">
          <a:xfrm>
            <a:off x="571500" y="1000125"/>
            <a:ext cx="7643813" cy="1400175"/>
          </a:xfrm>
          <a:prstGeom prst="rect">
            <a:avLst/>
          </a:prstGeom>
          <a:noFill/>
          <a:ln w="9525">
            <a:noFill/>
            <a:miter lim="800000"/>
            <a:headEnd/>
            <a:tailEnd/>
          </a:ln>
        </p:spPr>
        <p:txBody>
          <a:bodyPr>
            <a:spAutoFit/>
          </a:bodyPr>
          <a:lstStyle/>
          <a:p>
            <a:pPr marL="177800" indent="-165100" algn="just">
              <a:spcAft>
                <a:spcPts val="600"/>
              </a:spcAft>
              <a:buFont typeface="Wingdings" pitchFamily="2" charset="2"/>
              <a:buChar char="§"/>
              <a:defRPr/>
            </a:pPr>
            <a:r>
              <a:rPr lang="fr-FR" b="1" dirty="0">
                <a:solidFill>
                  <a:srgbClr val="0070C0"/>
                </a:solidFill>
                <a:latin typeface="Arial" charset="0"/>
                <a:cs typeface="Arial" charset="0"/>
              </a:rPr>
              <a:t>Interaction des protocoles</a:t>
            </a:r>
          </a:p>
          <a:p>
            <a:pPr marL="355600" algn="just">
              <a:spcBef>
                <a:spcPct val="0"/>
              </a:spcBef>
              <a:defRPr/>
            </a:pPr>
            <a:r>
              <a:rPr lang="fr-FR" dirty="0">
                <a:latin typeface="Arial" charset="0"/>
                <a:cs typeface="Arial" charset="0"/>
              </a:rPr>
              <a:t>L’interaction entre un serveur Web et un navigateur Web constitue un exemple de l’utilisation d’une suite de protocoles dans des communications réseau</a:t>
            </a:r>
          </a:p>
        </p:txBody>
      </p:sp>
      <p:graphicFrame>
        <p:nvGraphicFramePr>
          <p:cNvPr id="6" name="Tableau 5"/>
          <p:cNvGraphicFramePr>
            <a:graphicFrameLocks noGrp="1"/>
          </p:cNvGraphicFramePr>
          <p:nvPr/>
        </p:nvGraphicFramePr>
        <p:xfrm>
          <a:off x="3571875" y="2786063"/>
          <a:ext cx="5072063" cy="3357564"/>
        </p:xfrm>
        <a:graphic>
          <a:graphicData uri="http://schemas.openxmlformats.org/drawingml/2006/table">
            <a:tbl>
              <a:tblPr firstRow="1" bandRow="1">
                <a:tableStyleId>{5C22544A-7EE6-4342-B048-85BDC9FD1C3A}</a:tableStyleId>
              </a:tblPr>
              <a:tblGrid>
                <a:gridCol w="5072063">
                  <a:extLst>
                    <a:ext uri="{9D8B030D-6E8A-4147-A177-3AD203B41FA5}">
                      <a16:colId xmlns:a16="http://schemas.microsoft.com/office/drawing/2014/main" val="20000"/>
                    </a:ext>
                  </a:extLst>
                </a:gridCol>
              </a:tblGrid>
              <a:tr h="839391">
                <a:tc>
                  <a:txBody>
                    <a:bodyPr/>
                    <a:lstStyle/>
                    <a:p>
                      <a:pPr algn="ctr">
                        <a:spcBef>
                          <a:spcPts val="600"/>
                        </a:spcBef>
                      </a:pPr>
                      <a:r>
                        <a:rPr lang="fr-FR" sz="1800" dirty="0">
                          <a:solidFill>
                            <a:schemeClr val="tx1"/>
                          </a:solidFill>
                        </a:rPr>
                        <a:t>Protocole HTTP </a:t>
                      </a:r>
                    </a:p>
                    <a:p>
                      <a:pPr algn="ctr">
                        <a:spcBef>
                          <a:spcPts val="600"/>
                        </a:spcBef>
                      </a:pPr>
                      <a:r>
                        <a:rPr lang="fr-FR" sz="1800" dirty="0">
                          <a:solidFill>
                            <a:schemeClr val="tx1"/>
                          </a:solidFill>
                        </a:rPr>
                        <a:t>(</a:t>
                      </a:r>
                      <a:r>
                        <a:rPr lang="fr-FR" sz="1800" dirty="0" err="1">
                          <a:solidFill>
                            <a:schemeClr val="tx1"/>
                          </a:solidFill>
                        </a:rPr>
                        <a:t>Hypertext</a:t>
                      </a:r>
                      <a:r>
                        <a:rPr lang="fr-FR" sz="1800" dirty="0">
                          <a:solidFill>
                            <a:schemeClr val="tx1"/>
                          </a:solidFill>
                        </a:rPr>
                        <a:t> Transfer Protocol) </a:t>
                      </a:r>
                    </a:p>
                  </a:txBody>
                  <a:tcPr marL="91439" marR="91439">
                    <a:solidFill>
                      <a:srgbClr val="FFFF00"/>
                    </a:solidFill>
                  </a:tcPr>
                </a:tc>
                <a:extLst>
                  <a:ext uri="{0D108BD9-81ED-4DB2-BD59-A6C34878D82A}">
                    <a16:rowId xmlns:a16="http://schemas.microsoft.com/office/drawing/2014/main" val="10000"/>
                  </a:ext>
                </a:extLst>
              </a:tr>
              <a:tr h="839391">
                <a:tc>
                  <a:txBody>
                    <a:bodyPr/>
                    <a:lstStyle/>
                    <a:p>
                      <a:pPr algn="ctr">
                        <a:spcBef>
                          <a:spcPts val="600"/>
                        </a:spcBef>
                      </a:pPr>
                      <a:r>
                        <a:rPr lang="fr-FR" sz="1800" b="1" kern="1200" dirty="0">
                          <a:solidFill>
                            <a:schemeClr val="tx1"/>
                          </a:solidFill>
                          <a:latin typeface="+mn-lt"/>
                          <a:ea typeface="+mn-ea"/>
                          <a:cs typeface="+mn-cs"/>
                        </a:rPr>
                        <a:t>Protocole TCP </a:t>
                      </a:r>
                    </a:p>
                    <a:p>
                      <a:pPr algn="ctr">
                        <a:spcBef>
                          <a:spcPts val="600"/>
                        </a:spcBef>
                      </a:pPr>
                      <a:r>
                        <a:rPr lang="fr-FR" sz="1800" b="1" kern="1200" dirty="0">
                          <a:solidFill>
                            <a:schemeClr val="tx1"/>
                          </a:solidFill>
                          <a:latin typeface="+mn-lt"/>
                          <a:ea typeface="+mn-ea"/>
                          <a:cs typeface="+mn-cs"/>
                        </a:rPr>
                        <a:t>(Transmission Control Protocol) </a:t>
                      </a:r>
                    </a:p>
                  </a:txBody>
                  <a:tcPr marL="91439" marR="91439">
                    <a:solidFill>
                      <a:schemeClr val="bg1">
                        <a:lumMod val="85000"/>
                      </a:schemeClr>
                    </a:solidFill>
                  </a:tcPr>
                </a:tc>
                <a:extLst>
                  <a:ext uri="{0D108BD9-81ED-4DB2-BD59-A6C34878D82A}">
                    <a16:rowId xmlns:a16="http://schemas.microsoft.com/office/drawing/2014/main" val="10001"/>
                  </a:ext>
                </a:extLst>
              </a:tr>
              <a:tr h="839391">
                <a:tc>
                  <a:txBody>
                    <a:bodyPr/>
                    <a:lstStyle/>
                    <a:p>
                      <a:pPr algn="ctr"/>
                      <a:r>
                        <a:rPr lang="fr-FR" sz="1800" dirty="0"/>
                        <a:t> </a:t>
                      </a:r>
                      <a:r>
                        <a:rPr lang="fr-FR" sz="1800" b="1" dirty="0"/>
                        <a:t>Protocole IP</a:t>
                      </a:r>
                    </a:p>
                    <a:p>
                      <a:pPr algn="ctr"/>
                      <a:r>
                        <a:rPr lang="fr-FR" sz="1800" b="1" dirty="0"/>
                        <a:t> (Internet Protocol)</a:t>
                      </a:r>
                    </a:p>
                  </a:txBody>
                  <a:tcPr marL="91439" marR="91439">
                    <a:solidFill>
                      <a:schemeClr val="bg1">
                        <a:lumMod val="65000"/>
                      </a:schemeClr>
                    </a:solidFill>
                  </a:tcPr>
                </a:tc>
                <a:extLst>
                  <a:ext uri="{0D108BD9-81ED-4DB2-BD59-A6C34878D82A}">
                    <a16:rowId xmlns:a16="http://schemas.microsoft.com/office/drawing/2014/main" val="10002"/>
                  </a:ext>
                </a:extLst>
              </a:tr>
              <a:tr h="839391">
                <a:tc>
                  <a:txBody>
                    <a:bodyPr/>
                    <a:lstStyle/>
                    <a:p>
                      <a:pPr algn="ctr"/>
                      <a:r>
                        <a:rPr lang="fr-FR" sz="1800" b="1" dirty="0"/>
                        <a:t>Ethernet</a:t>
                      </a:r>
                    </a:p>
                  </a:txBody>
                  <a:tcPr marL="91439" marR="91439">
                    <a:solidFill>
                      <a:schemeClr val="accent2">
                        <a:lumMod val="60000"/>
                        <a:lumOff val="40000"/>
                      </a:schemeClr>
                    </a:solidFill>
                  </a:tcPr>
                </a:tc>
                <a:extLst>
                  <a:ext uri="{0D108BD9-81ED-4DB2-BD59-A6C34878D82A}">
                    <a16:rowId xmlns:a16="http://schemas.microsoft.com/office/drawing/2014/main" val="10003"/>
                  </a:ext>
                </a:extLst>
              </a:tr>
            </a:tbl>
          </a:graphicData>
        </a:graphic>
      </p:graphicFrame>
      <p:grpSp>
        <p:nvGrpSpPr>
          <p:cNvPr id="2" name="Groupe 16"/>
          <p:cNvGrpSpPr>
            <a:grpSpLocks/>
          </p:cNvGrpSpPr>
          <p:nvPr/>
        </p:nvGrpSpPr>
        <p:grpSpPr bwMode="auto">
          <a:xfrm>
            <a:off x="857250" y="2386013"/>
            <a:ext cx="6786563" cy="3686175"/>
            <a:chOff x="857224" y="2385948"/>
            <a:chExt cx="6786610" cy="3686258"/>
          </a:xfrm>
        </p:grpSpPr>
        <p:sp>
          <p:nvSpPr>
            <p:cNvPr id="7" name="ZoneTexte 6"/>
            <p:cNvSpPr txBox="1"/>
            <p:nvPr/>
          </p:nvSpPr>
          <p:spPr>
            <a:xfrm>
              <a:off x="5214942" y="2385948"/>
              <a:ext cx="2428892" cy="338145"/>
            </a:xfrm>
            <a:prstGeom prst="rect">
              <a:avLst/>
            </a:prstGeom>
            <a:noFill/>
          </p:spPr>
          <p:txBody>
            <a:bodyPr>
              <a:spAutoFit/>
            </a:bodyPr>
            <a:lstStyle/>
            <a:p>
              <a:pPr>
                <a:defRPr/>
              </a:pPr>
              <a:r>
                <a:rPr lang="fr-FR" sz="1600" dirty="0">
                  <a:latin typeface="+mn-lt"/>
                  <a:cs typeface="Arial" charset="0"/>
                </a:rPr>
                <a:t>Pile de protocoles</a:t>
              </a:r>
            </a:p>
          </p:txBody>
        </p:sp>
        <p:pic>
          <p:nvPicPr>
            <p:cNvPr id="5122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2976" y="4071942"/>
              <a:ext cx="78105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cxnSp>
          <p:nvCxnSpPr>
            <p:cNvPr id="51221" name="Connecteur droit avec flèche 10"/>
            <p:cNvCxnSpPr>
              <a:cxnSpLocks noChangeShapeType="1"/>
            </p:cNvCxnSpPr>
            <p:nvPr/>
          </p:nvCxnSpPr>
          <p:spPr bwMode="auto">
            <a:xfrm flipV="1">
              <a:off x="1928794" y="2928934"/>
              <a:ext cx="1643074" cy="1500198"/>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1222" name="Connecteur droit avec flèche 12"/>
            <p:cNvCxnSpPr>
              <a:cxnSpLocks noChangeShapeType="1"/>
            </p:cNvCxnSpPr>
            <p:nvPr/>
          </p:nvCxnSpPr>
          <p:spPr bwMode="auto">
            <a:xfrm>
              <a:off x="1924026" y="4624392"/>
              <a:ext cx="1647842" cy="1447814"/>
            </a:xfrm>
            <a:prstGeom prst="straightConnector1">
              <a:avLst/>
            </a:prstGeom>
            <a:noFill/>
            <a:ln w="38100"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4" name="ZoneTexte 13"/>
            <p:cNvSpPr txBox="1"/>
            <p:nvPr/>
          </p:nvSpPr>
          <p:spPr>
            <a:xfrm>
              <a:off x="857224" y="3487698"/>
              <a:ext cx="1285884" cy="584213"/>
            </a:xfrm>
            <a:prstGeom prst="rect">
              <a:avLst/>
            </a:prstGeom>
            <a:noFill/>
          </p:spPr>
          <p:txBody>
            <a:bodyPr>
              <a:spAutoFit/>
            </a:bodyPr>
            <a:lstStyle/>
            <a:p>
              <a:pPr algn="ctr">
                <a:spcBef>
                  <a:spcPts val="0"/>
                </a:spcBef>
                <a:defRPr/>
              </a:pPr>
              <a:r>
                <a:rPr lang="fr-FR" sz="1600" b="1" dirty="0">
                  <a:latin typeface="+mj-lt"/>
                  <a:cs typeface="Arial" charset="0"/>
                </a:rPr>
                <a:t>Serveur</a:t>
              </a:r>
            </a:p>
            <a:p>
              <a:pPr algn="ctr">
                <a:spcBef>
                  <a:spcPts val="0"/>
                </a:spcBef>
                <a:defRPr/>
              </a:pPr>
              <a:r>
                <a:rPr lang="fr-FR" sz="1600" b="1" dirty="0">
                  <a:latin typeface="+mj-lt"/>
                  <a:cs typeface="Arial" charset="0"/>
                </a:rPr>
                <a:t> Web</a:t>
              </a:r>
            </a:p>
          </p:txBody>
        </p:sp>
      </p:grpSp>
      <p:sp>
        <p:nvSpPr>
          <p:cNvPr id="51217" name="Text Box 9"/>
          <p:cNvSpPr txBox="1">
            <a:spLocks noChangeArrowheads="1"/>
          </p:cNvSpPr>
          <p:nvPr/>
        </p:nvSpPr>
        <p:spPr bwMode="auto">
          <a:xfrm>
            <a:off x="539750" y="5178"/>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Composants de base d’un réseau informatique </a:t>
            </a:r>
          </a:p>
        </p:txBody>
      </p:sp>
      <p:sp>
        <p:nvSpPr>
          <p:cNvPr id="51218"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Protocoles</a:t>
            </a:r>
          </a:p>
        </p:txBody>
      </p:sp>
      <p:sp>
        <p:nvSpPr>
          <p:cNvPr id="15" name="Virage 14"/>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24255425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Text Box 9"/>
          <p:cNvSpPr txBox="1">
            <a:spLocks noChangeArrowheads="1"/>
          </p:cNvSpPr>
          <p:nvPr/>
        </p:nvSpPr>
        <p:spPr bwMode="auto">
          <a:xfrm>
            <a:off x="587016" y="5178"/>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55300"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Critères de classification </a:t>
            </a:r>
          </a:p>
        </p:txBody>
      </p:sp>
      <p:sp>
        <p:nvSpPr>
          <p:cNvPr id="2" name="Rectangle 1"/>
          <p:cNvSpPr/>
          <p:nvPr/>
        </p:nvSpPr>
        <p:spPr>
          <a:xfrm>
            <a:off x="395288" y="1066800"/>
            <a:ext cx="8640762" cy="5863144"/>
          </a:xfrm>
          <a:prstGeom prst="rect">
            <a:avLst/>
          </a:prstGeom>
        </p:spPr>
        <p:txBody>
          <a:bodyPr>
            <a:spAutoFit/>
          </a:bodyPr>
          <a:lstStyle/>
          <a:p>
            <a:pPr marL="177800" indent="-177800">
              <a:buFont typeface="Wingdings" pitchFamily="2" charset="2"/>
              <a:buChar char="§"/>
              <a:defRPr/>
            </a:pPr>
            <a:r>
              <a:rPr lang="fr-FR" dirty="0">
                <a:latin typeface="+mj-lt"/>
              </a:rPr>
              <a:t>Plusieurs critères de classification des réseaux:</a:t>
            </a:r>
          </a:p>
          <a:p>
            <a:pPr marL="342900" indent="-165100">
              <a:spcBef>
                <a:spcPts val="1800"/>
              </a:spcBef>
              <a:buFont typeface="Arial" pitchFamily="34" charset="0"/>
              <a:buChar char="•"/>
              <a:defRPr/>
            </a:pPr>
            <a:r>
              <a:rPr lang="fr-FR" dirty="0">
                <a:latin typeface="+mj-lt"/>
              </a:rPr>
              <a:t>La </a:t>
            </a:r>
            <a:r>
              <a:rPr lang="fr-FR" b="1" dirty="0">
                <a:solidFill>
                  <a:srgbClr val="0000CC"/>
                </a:solidFill>
                <a:latin typeface="+mj-lt"/>
              </a:rPr>
              <a:t>couverture géographique </a:t>
            </a:r>
            <a:r>
              <a:rPr lang="fr-FR" dirty="0">
                <a:latin typeface="+mj-lt"/>
              </a:rPr>
              <a:t>ou distance;</a:t>
            </a:r>
          </a:p>
          <a:p>
            <a:pPr marL="342900" indent="-165100">
              <a:spcBef>
                <a:spcPts val="1800"/>
              </a:spcBef>
              <a:buFont typeface="Arial" pitchFamily="34" charset="0"/>
              <a:buChar char="•"/>
              <a:defRPr/>
            </a:pPr>
            <a:r>
              <a:rPr lang="fr-FR" dirty="0">
                <a:latin typeface="+mj-lt"/>
              </a:rPr>
              <a:t>La </a:t>
            </a:r>
            <a:r>
              <a:rPr lang="fr-FR" b="1" dirty="0">
                <a:solidFill>
                  <a:srgbClr val="0000CC"/>
                </a:solidFill>
                <a:latin typeface="+mj-lt"/>
              </a:rPr>
              <a:t>topologie</a:t>
            </a:r>
            <a:r>
              <a:rPr lang="fr-FR" dirty="0">
                <a:latin typeface="+mj-lt"/>
              </a:rPr>
              <a:t>: définit la façon dont les unités de réseaux sont      connectées entre eux;</a:t>
            </a:r>
          </a:p>
          <a:p>
            <a:pPr marL="342900" indent="-165100">
              <a:spcBef>
                <a:spcPts val="1800"/>
              </a:spcBef>
              <a:buFont typeface="Arial" pitchFamily="34" charset="0"/>
              <a:buChar char="•"/>
              <a:defRPr/>
            </a:pPr>
            <a:r>
              <a:rPr lang="fr-FR" b="1" dirty="0">
                <a:solidFill>
                  <a:srgbClr val="0000CC"/>
                </a:solidFill>
                <a:latin typeface="+mj-lt"/>
              </a:rPr>
              <a:t>Architecture/Modèles de communication</a:t>
            </a:r>
            <a:r>
              <a:rPr lang="fr-FR" dirty="0">
                <a:latin typeface="+mj-lt"/>
              </a:rPr>
              <a:t>: poste-à-poste/client-serveur;</a:t>
            </a:r>
          </a:p>
          <a:p>
            <a:pPr marL="342900" indent="-165100">
              <a:spcBef>
                <a:spcPts val="1800"/>
              </a:spcBef>
              <a:buFont typeface="Arial" pitchFamily="34" charset="0"/>
              <a:buChar char="•"/>
              <a:defRPr/>
            </a:pPr>
            <a:r>
              <a:rPr lang="fr-FR" dirty="0">
                <a:latin typeface="+mj-lt"/>
              </a:rPr>
              <a:t>Leurs </a:t>
            </a:r>
            <a:r>
              <a:rPr lang="fr-FR" b="1" dirty="0">
                <a:solidFill>
                  <a:srgbClr val="0000CC"/>
                </a:solidFill>
                <a:latin typeface="+mj-lt"/>
              </a:rPr>
              <a:t>techniques de transfert </a:t>
            </a:r>
            <a:r>
              <a:rPr lang="fr-FR" dirty="0">
                <a:latin typeface="+mj-lt"/>
              </a:rPr>
              <a:t>(par commutation, par circuit,…)</a:t>
            </a:r>
          </a:p>
          <a:p>
            <a:pPr marL="342900" indent="-165100">
              <a:spcBef>
                <a:spcPts val="1800"/>
              </a:spcBef>
              <a:buFont typeface="Arial" pitchFamily="34" charset="0"/>
              <a:buChar char="•"/>
              <a:defRPr/>
            </a:pPr>
            <a:r>
              <a:rPr lang="fr-FR" dirty="0">
                <a:latin typeface="+mj-lt"/>
              </a:rPr>
              <a:t>Le </a:t>
            </a:r>
            <a:r>
              <a:rPr lang="fr-FR" b="1" dirty="0">
                <a:solidFill>
                  <a:srgbClr val="0000CC"/>
                </a:solidFill>
                <a:latin typeface="+mj-lt"/>
              </a:rPr>
              <a:t>débit</a:t>
            </a:r>
            <a:r>
              <a:rPr lang="fr-FR" dirty="0">
                <a:latin typeface="+mj-lt"/>
              </a:rPr>
              <a:t>: bas/moyen/haut/très haut débit;</a:t>
            </a:r>
          </a:p>
          <a:p>
            <a:pPr marL="342900" indent="-165100">
              <a:spcBef>
                <a:spcPts val="1800"/>
              </a:spcBef>
              <a:buFont typeface="Arial" pitchFamily="34" charset="0"/>
              <a:buChar char="•"/>
              <a:defRPr/>
            </a:pPr>
            <a:r>
              <a:rPr lang="fr-FR" dirty="0">
                <a:latin typeface="+mj-lt"/>
              </a:rPr>
              <a:t>L’</a:t>
            </a:r>
            <a:r>
              <a:rPr lang="fr-FR" b="1" dirty="0">
                <a:solidFill>
                  <a:srgbClr val="0000CC"/>
                </a:solidFill>
                <a:latin typeface="+mj-lt"/>
              </a:rPr>
              <a:t>ouverture</a:t>
            </a:r>
            <a:r>
              <a:rPr lang="fr-FR" dirty="0">
                <a:latin typeface="+mj-lt"/>
              </a:rPr>
              <a:t>: Privé/public</a:t>
            </a:r>
          </a:p>
          <a:p>
            <a:pPr marL="342900" indent="-165100">
              <a:spcBef>
                <a:spcPts val="1800"/>
              </a:spcBef>
              <a:buFont typeface="Arial" pitchFamily="34" charset="0"/>
              <a:buChar char="•"/>
              <a:defRPr/>
            </a:pPr>
            <a:r>
              <a:rPr lang="fr-FR" dirty="0">
                <a:latin typeface="+mj-lt"/>
              </a:rPr>
              <a:t>La </a:t>
            </a:r>
            <a:r>
              <a:rPr lang="fr-FR" b="1" dirty="0">
                <a:solidFill>
                  <a:srgbClr val="0000CC"/>
                </a:solidFill>
                <a:latin typeface="+mj-lt"/>
              </a:rPr>
              <a:t>méthode d’accès</a:t>
            </a:r>
            <a:r>
              <a:rPr lang="fr-FR" dirty="0">
                <a:latin typeface="+mj-lt"/>
              </a:rPr>
              <a:t>: CSMA/CD; CSMA/CA; jeton;..</a:t>
            </a:r>
          </a:p>
          <a:p>
            <a:pPr marL="342900" indent="-165100">
              <a:spcBef>
                <a:spcPts val="1800"/>
              </a:spcBef>
              <a:buFont typeface="Arial" pitchFamily="34" charset="0"/>
              <a:buChar char="•"/>
              <a:defRPr/>
            </a:pPr>
            <a:r>
              <a:rPr lang="fr-FR" dirty="0">
                <a:latin typeface="+mj-lt"/>
              </a:rPr>
              <a:t>La </a:t>
            </a:r>
            <a:r>
              <a:rPr lang="fr-FR" b="1" dirty="0">
                <a:solidFill>
                  <a:srgbClr val="0000CC"/>
                </a:solidFill>
                <a:latin typeface="+mj-lt"/>
              </a:rPr>
              <a:t>qualité de service</a:t>
            </a:r>
            <a:r>
              <a:rPr lang="fr-FR" b="1" dirty="0">
                <a:latin typeface="+mj-lt"/>
              </a:rPr>
              <a:t>(</a:t>
            </a:r>
            <a:r>
              <a:rPr lang="fr-FR" b="1" dirty="0" err="1">
                <a:latin typeface="+mj-lt"/>
              </a:rPr>
              <a:t>QoS</a:t>
            </a:r>
            <a:r>
              <a:rPr lang="fr-FR" b="1" dirty="0">
                <a:latin typeface="+mj-lt"/>
              </a:rPr>
              <a:t>)</a:t>
            </a:r>
            <a:endParaRPr lang="fr-FR" dirty="0">
              <a:latin typeface="+mj-lt"/>
            </a:endParaRPr>
          </a:p>
          <a:p>
            <a:pPr marL="342900" indent="-165100">
              <a:spcBef>
                <a:spcPts val="1800"/>
              </a:spcBef>
              <a:buFont typeface="Arial" pitchFamily="34" charset="0"/>
              <a:buChar char="•"/>
              <a:defRPr/>
            </a:pPr>
            <a:r>
              <a:rPr lang="fr-FR" dirty="0">
                <a:latin typeface="+mj-lt"/>
              </a:rPr>
              <a:t>….</a:t>
            </a:r>
          </a:p>
        </p:txBody>
      </p:sp>
      <p:sp>
        <p:nvSpPr>
          <p:cNvPr id="7" name="Virage 6"/>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8259573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down)">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wipe(down)">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animEffect transition="in" filter="wipe(down)">
                                      <p:cBhvr>
                                        <p:cTn id="17" dur="500"/>
                                        <p:tgtEl>
                                          <p:spTgt spid="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
                                            <p:txEl>
                                              <p:pRg st="5" end="5"/>
                                            </p:txEl>
                                          </p:spTgt>
                                        </p:tgtEl>
                                        <p:attrNameLst>
                                          <p:attrName>style.visibility</p:attrName>
                                        </p:attrNameLst>
                                      </p:cBhvr>
                                      <p:to>
                                        <p:strVal val="visible"/>
                                      </p:to>
                                    </p:set>
                                    <p:animEffect transition="in" filter="wipe(down)">
                                      <p:cBhvr>
                                        <p:cTn id="22" dur="500"/>
                                        <p:tgtEl>
                                          <p:spTgt spid="2">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animEffect transition="in" filter="wipe(down)">
                                      <p:cBhvr>
                                        <p:cTn id="27" dur="500"/>
                                        <p:tgtEl>
                                          <p:spTgt spid="2">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
                                            <p:txEl>
                                              <p:pRg st="7" end="7"/>
                                            </p:txEl>
                                          </p:spTgt>
                                        </p:tgtEl>
                                        <p:attrNameLst>
                                          <p:attrName>style.visibility</p:attrName>
                                        </p:attrNameLst>
                                      </p:cBhvr>
                                      <p:to>
                                        <p:strVal val="visible"/>
                                      </p:to>
                                    </p:set>
                                    <p:animEffect transition="in" filter="wipe(down)">
                                      <p:cBhvr>
                                        <p:cTn id="32" dur="500"/>
                                        <p:tgtEl>
                                          <p:spTgt spid="2">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
                                            <p:txEl>
                                              <p:pRg st="8" end="8"/>
                                            </p:txEl>
                                          </p:spTgt>
                                        </p:tgtEl>
                                        <p:attrNameLst>
                                          <p:attrName>style.visibility</p:attrName>
                                        </p:attrNameLst>
                                      </p:cBhvr>
                                      <p:to>
                                        <p:strVal val="visible"/>
                                      </p:to>
                                    </p:set>
                                    <p:animEffect transition="in" filter="wipe(down)">
                                      <p:cBhvr>
                                        <p:cTn id="37" dur="500"/>
                                        <p:tgtEl>
                                          <p:spTgt spid="2">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
                                            <p:txEl>
                                              <p:pRg st="9" end="9"/>
                                            </p:txEl>
                                          </p:spTgt>
                                        </p:tgtEl>
                                        <p:attrNameLst>
                                          <p:attrName>style.visibility</p:attrName>
                                        </p:attrNameLst>
                                      </p:cBhvr>
                                      <p:to>
                                        <p:strVal val="visible"/>
                                      </p:to>
                                    </p:set>
                                    <p:animEffect transition="in" filter="wipe(down)">
                                      <p:cBhvr>
                                        <p:cTn id="42"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Text Box 9"/>
          <p:cNvSpPr txBox="1">
            <a:spLocks noChangeArrowheads="1"/>
          </p:cNvSpPr>
          <p:nvPr/>
        </p:nvSpPr>
        <p:spPr bwMode="auto">
          <a:xfrm>
            <a:off x="539440" y="-5708"/>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56324"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Couverture Géographique</a:t>
            </a:r>
          </a:p>
        </p:txBody>
      </p:sp>
      <p:sp>
        <p:nvSpPr>
          <p:cNvPr id="2" name="Rectangle 1"/>
          <p:cNvSpPr/>
          <p:nvPr/>
        </p:nvSpPr>
        <p:spPr>
          <a:xfrm>
            <a:off x="395288" y="1066800"/>
            <a:ext cx="8640762" cy="2708275"/>
          </a:xfrm>
          <a:prstGeom prst="rect">
            <a:avLst/>
          </a:prstGeom>
        </p:spPr>
        <p:txBody>
          <a:bodyPr>
            <a:spAutoFit/>
          </a:bodyPr>
          <a:lstStyle/>
          <a:p>
            <a:pPr marL="177800" indent="-177800">
              <a:buFont typeface="Wingdings" pitchFamily="2" charset="2"/>
              <a:buChar char="§"/>
              <a:defRPr/>
            </a:pPr>
            <a:r>
              <a:rPr lang="fr-FR" dirty="0">
                <a:latin typeface="+mj-lt"/>
              </a:rPr>
              <a:t>On distingue essentiellement quatre types:</a:t>
            </a:r>
          </a:p>
          <a:p>
            <a:pPr marL="342900" indent="-165100">
              <a:buFont typeface="Arial" pitchFamily="34" charset="0"/>
              <a:buChar char="•"/>
              <a:defRPr/>
            </a:pPr>
            <a:r>
              <a:rPr lang="fr-FR" b="1" dirty="0">
                <a:latin typeface="+mj-lt"/>
              </a:rPr>
              <a:t>PAN </a:t>
            </a:r>
            <a:r>
              <a:rPr lang="fr-FR" i="1" dirty="0">
                <a:latin typeface="+mj-lt"/>
              </a:rPr>
              <a:t>(</a:t>
            </a:r>
            <a:r>
              <a:rPr lang="fr-FR" b="1" i="1" dirty="0" err="1">
                <a:latin typeface="+mj-lt"/>
              </a:rPr>
              <a:t>P</a:t>
            </a:r>
            <a:r>
              <a:rPr lang="fr-FR" i="1" dirty="0" err="1">
                <a:latin typeface="+mj-lt"/>
              </a:rPr>
              <a:t>ersonnal</a:t>
            </a:r>
            <a:r>
              <a:rPr lang="fr-FR" i="1" dirty="0">
                <a:latin typeface="+mj-lt"/>
              </a:rPr>
              <a:t>  </a:t>
            </a:r>
            <a:r>
              <a:rPr lang="fr-FR" b="1" i="1" dirty="0">
                <a:latin typeface="+mj-lt"/>
              </a:rPr>
              <a:t>A</a:t>
            </a:r>
            <a:r>
              <a:rPr lang="fr-FR" i="1" dirty="0">
                <a:latin typeface="+mj-lt"/>
              </a:rPr>
              <a:t>rea </a:t>
            </a:r>
            <a:r>
              <a:rPr lang="fr-FR" b="1" i="1" dirty="0">
                <a:latin typeface="+mj-lt"/>
              </a:rPr>
              <a:t>N</a:t>
            </a:r>
            <a:r>
              <a:rPr lang="fr-FR" i="1" dirty="0">
                <a:latin typeface="+mj-lt"/>
              </a:rPr>
              <a:t>etwork)</a:t>
            </a:r>
            <a:endParaRPr lang="fr-FR" dirty="0">
              <a:latin typeface="+mj-lt"/>
            </a:endParaRPr>
          </a:p>
          <a:p>
            <a:pPr marL="342900" indent="-165100">
              <a:buFont typeface="Arial" pitchFamily="34" charset="0"/>
              <a:buChar char="•"/>
              <a:defRPr/>
            </a:pPr>
            <a:r>
              <a:rPr lang="fr-FR" b="1" dirty="0">
                <a:latin typeface="+mj-lt"/>
              </a:rPr>
              <a:t>LAN </a:t>
            </a:r>
            <a:r>
              <a:rPr lang="fr-FR" i="1" dirty="0">
                <a:latin typeface="+mj-lt"/>
              </a:rPr>
              <a:t>(</a:t>
            </a:r>
            <a:r>
              <a:rPr lang="fr-FR" b="1" i="1" dirty="0">
                <a:latin typeface="+mj-lt"/>
              </a:rPr>
              <a:t>L</a:t>
            </a:r>
            <a:r>
              <a:rPr lang="fr-FR" i="1" dirty="0">
                <a:latin typeface="+mj-lt"/>
              </a:rPr>
              <a:t>ocal </a:t>
            </a:r>
            <a:r>
              <a:rPr lang="fr-FR" b="1" i="1" dirty="0"/>
              <a:t>A</a:t>
            </a:r>
            <a:r>
              <a:rPr lang="fr-FR" i="1" dirty="0"/>
              <a:t>rea </a:t>
            </a:r>
            <a:r>
              <a:rPr lang="fr-FR" b="1" i="1" dirty="0"/>
              <a:t>N</a:t>
            </a:r>
            <a:r>
              <a:rPr lang="fr-FR" i="1" dirty="0"/>
              <a:t>etwork</a:t>
            </a:r>
            <a:r>
              <a:rPr lang="fr-FR" i="1" dirty="0">
                <a:latin typeface="+mj-lt"/>
              </a:rPr>
              <a:t>)</a:t>
            </a:r>
            <a:endParaRPr lang="fr-FR" dirty="0">
              <a:latin typeface="+mj-lt"/>
            </a:endParaRPr>
          </a:p>
          <a:p>
            <a:pPr marL="342900" indent="-165100">
              <a:buFont typeface="Arial" pitchFamily="34" charset="0"/>
              <a:buChar char="•"/>
              <a:defRPr/>
            </a:pPr>
            <a:r>
              <a:rPr lang="fr-FR" b="1" dirty="0">
                <a:latin typeface="+mj-lt"/>
              </a:rPr>
              <a:t>MAN </a:t>
            </a:r>
            <a:r>
              <a:rPr lang="fr-FR" i="1" dirty="0">
                <a:latin typeface="+mj-lt"/>
              </a:rPr>
              <a:t>(</a:t>
            </a:r>
            <a:r>
              <a:rPr lang="fr-FR" b="1" i="1" dirty="0" err="1">
                <a:latin typeface="+mj-lt"/>
              </a:rPr>
              <a:t>M</a:t>
            </a:r>
            <a:r>
              <a:rPr lang="fr-FR" i="1" dirty="0" err="1">
                <a:latin typeface="+mj-lt"/>
              </a:rPr>
              <a:t>etropolitan</a:t>
            </a:r>
            <a:r>
              <a:rPr lang="fr-FR" i="1" dirty="0">
                <a:latin typeface="+mj-lt"/>
              </a:rPr>
              <a:t> </a:t>
            </a:r>
            <a:r>
              <a:rPr lang="fr-FR" b="1" i="1" dirty="0"/>
              <a:t>A</a:t>
            </a:r>
            <a:r>
              <a:rPr lang="fr-FR" i="1" dirty="0"/>
              <a:t>rea </a:t>
            </a:r>
            <a:r>
              <a:rPr lang="fr-FR" b="1" i="1" dirty="0"/>
              <a:t>N</a:t>
            </a:r>
            <a:r>
              <a:rPr lang="fr-FR" i="1" dirty="0"/>
              <a:t>etwork</a:t>
            </a:r>
            <a:r>
              <a:rPr lang="fr-FR" i="1" dirty="0">
                <a:latin typeface="+mj-lt"/>
              </a:rPr>
              <a:t>)</a:t>
            </a:r>
            <a:endParaRPr lang="fr-FR" dirty="0">
              <a:latin typeface="+mj-lt"/>
            </a:endParaRPr>
          </a:p>
          <a:p>
            <a:pPr marL="342900" indent="-165100">
              <a:buFont typeface="Arial" pitchFamily="34" charset="0"/>
              <a:buChar char="•"/>
              <a:defRPr/>
            </a:pPr>
            <a:r>
              <a:rPr lang="fr-FR" b="1" dirty="0">
                <a:latin typeface="+mj-lt"/>
              </a:rPr>
              <a:t>WAN </a:t>
            </a:r>
            <a:r>
              <a:rPr lang="fr-FR" i="1" dirty="0">
                <a:latin typeface="+mj-lt"/>
              </a:rPr>
              <a:t>(</a:t>
            </a:r>
            <a:r>
              <a:rPr lang="fr-FR" b="1" i="1" dirty="0">
                <a:latin typeface="+mj-lt"/>
              </a:rPr>
              <a:t>W</a:t>
            </a:r>
            <a:r>
              <a:rPr lang="fr-FR" i="1" dirty="0">
                <a:latin typeface="+mj-lt"/>
              </a:rPr>
              <a:t>ide </a:t>
            </a:r>
            <a:r>
              <a:rPr lang="fr-FR" b="1" i="1" dirty="0"/>
              <a:t>A</a:t>
            </a:r>
            <a:r>
              <a:rPr lang="fr-FR" i="1" dirty="0"/>
              <a:t>rea </a:t>
            </a:r>
            <a:r>
              <a:rPr lang="fr-FR" b="1" i="1" dirty="0"/>
              <a:t>N</a:t>
            </a:r>
            <a:r>
              <a:rPr lang="fr-FR" i="1" dirty="0"/>
              <a:t>etwork</a:t>
            </a:r>
            <a:r>
              <a:rPr lang="fr-FR" i="1" dirty="0">
                <a:latin typeface="+mj-lt"/>
              </a:rPr>
              <a:t>)</a:t>
            </a:r>
            <a:endParaRPr lang="fr-FR" dirty="0">
              <a:latin typeface="+mj-lt"/>
            </a:endParaRPr>
          </a:p>
          <a:p>
            <a:pPr marL="177800" indent="-177800">
              <a:buFont typeface="Wingdings" pitchFamily="2" charset="2"/>
              <a:buChar char="§"/>
              <a:defRPr/>
            </a:pPr>
            <a:endParaRPr lang="fr-FR" dirty="0">
              <a:latin typeface="+mj-lt"/>
            </a:endParaRPr>
          </a:p>
        </p:txBody>
      </p:sp>
      <p:pic>
        <p:nvPicPr>
          <p:cNvPr id="56326" name="Picture 2" descr="Résultat de recherche d'images pour &quot;pan lan wan man&qu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3500438"/>
            <a:ext cx="8218487" cy="284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Virage 6"/>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000432473"/>
      </p:ext>
    </p:extLst>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Text Box 9"/>
          <p:cNvSpPr txBox="1">
            <a:spLocks noChangeArrowheads="1"/>
          </p:cNvSpPr>
          <p:nvPr/>
        </p:nvSpPr>
        <p:spPr bwMode="auto">
          <a:xfrm>
            <a:off x="53975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57348"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Couverture Géographique</a:t>
            </a:r>
          </a:p>
        </p:txBody>
      </p:sp>
      <p:sp>
        <p:nvSpPr>
          <p:cNvPr id="2" name="Rectangle 1"/>
          <p:cNvSpPr/>
          <p:nvPr/>
        </p:nvSpPr>
        <p:spPr>
          <a:xfrm>
            <a:off x="395288" y="981075"/>
            <a:ext cx="8640762" cy="3324225"/>
          </a:xfrm>
          <a:prstGeom prst="rect">
            <a:avLst/>
          </a:prstGeom>
        </p:spPr>
        <p:txBody>
          <a:bodyPr>
            <a:spAutoFit/>
          </a:bodyPr>
          <a:lstStyle/>
          <a:p>
            <a:pPr marL="342900" indent="-342900">
              <a:buClr>
                <a:srgbClr val="0000CC"/>
              </a:buClr>
              <a:buFont typeface="Wingdings" pitchFamily="2" charset="2"/>
              <a:buChar char="q"/>
              <a:defRPr/>
            </a:pPr>
            <a:r>
              <a:rPr lang="fr-FR" b="1" dirty="0">
                <a:solidFill>
                  <a:srgbClr val="0000CC"/>
                </a:solidFill>
                <a:latin typeface="+mj-lt"/>
              </a:rPr>
              <a:t>Réseaux </a:t>
            </a:r>
            <a:r>
              <a:rPr lang="fr-FR" b="1" dirty="0" err="1">
                <a:solidFill>
                  <a:srgbClr val="0000CC"/>
                </a:solidFill>
                <a:latin typeface="+mj-lt"/>
              </a:rPr>
              <a:t>PANs</a:t>
            </a:r>
            <a:endParaRPr lang="fr-FR" b="1" dirty="0">
              <a:latin typeface="+mj-lt"/>
            </a:endParaRPr>
          </a:p>
          <a:p>
            <a:pPr marL="342900" indent="-165100" algn="just">
              <a:buFont typeface="Arial" pitchFamily="34" charset="0"/>
              <a:buChar char="•"/>
              <a:defRPr/>
            </a:pPr>
            <a:r>
              <a:rPr lang="fr-FR" dirty="0">
                <a:latin typeface="+mn-lt"/>
              </a:rPr>
              <a:t>Les </a:t>
            </a:r>
            <a:r>
              <a:rPr lang="fr-FR" dirty="0" err="1">
                <a:latin typeface="+mn-lt"/>
              </a:rPr>
              <a:t>PANs</a:t>
            </a:r>
            <a:r>
              <a:rPr lang="fr-FR" dirty="0">
                <a:latin typeface="+mn-lt"/>
              </a:rPr>
              <a:t> sont des réseaux personnels. Souvent de faible portée, on l’utilise surtout pour les liaisons sans fil : souris, clavier, imprimante,…</a:t>
            </a:r>
          </a:p>
          <a:p>
            <a:pPr marL="342900" indent="-165100" algn="just">
              <a:buFont typeface="Arial" pitchFamily="34" charset="0"/>
              <a:buChar char="•"/>
              <a:defRPr/>
            </a:pPr>
            <a:r>
              <a:rPr lang="fr-FR" dirty="0">
                <a:latin typeface="+mn-lt"/>
              </a:rPr>
              <a:t> Il s’étend sur 1 mètre carré environ.</a:t>
            </a:r>
          </a:p>
          <a:p>
            <a:pPr marL="342900" indent="-165100" algn="just">
              <a:buFont typeface="Arial" pitchFamily="34" charset="0"/>
              <a:buChar char="•"/>
              <a:defRPr/>
            </a:pPr>
            <a:r>
              <a:rPr lang="fr-FR" dirty="0">
                <a:latin typeface="+mn-lt"/>
              </a:rPr>
              <a:t>Ce type de réseau utilise souvent les technologies sans fil telles que </a:t>
            </a:r>
            <a:r>
              <a:rPr lang="fr-FR" b="1" dirty="0">
                <a:latin typeface="+mn-lt"/>
              </a:rPr>
              <a:t>Bluetooth</a:t>
            </a:r>
            <a:r>
              <a:rPr lang="fr-FR" dirty="0">
                <a:latin typeface="+mn-lt"/>
              </a:rPr>
              <a:t>, l’</a:t>
            </a:r>
            <a:r>
              <a:rPr lang="fr-FR" b="1" dirty="0">
                <a:latin typeface="+mn-lt"/>
              </a:rPr>
              <a:t>infrarouge (IR)</a:t>
            </a:r>
            <a:r>
              <a:rPr lang="fr-FR" dirty="0">
                <a:latin typeface="+mn-lt"/>
              </a:rPr>
              <a:t>, …</a:t>
            </a:r>
          </a:p>
          <a:p>
            <a:pPr marL="342900" indent="-165100" algn="just">
              <a:buFont typeface="Arial" pitchFamily="34" charset="0"/>
              <a:buChar char="•"/>
              <a:defRPr/>
            </a:pPr>
            <a:endParaRPr lang="fr-FR" dirty="0">
              <a:latin typeface="+mn-lt"/>
            </a:endParaRPr>
          </a:p>
          <a:p>
            <a:pPr marL="342900" indent="-165100">
              <a:buFont typeface="Arial" pitchFamily="34" charset="0"/>
              <a:buChar char="•"/>
              <a:defRPr/>
            </a:pPr>
            <a:endParaRPr lang="fr-FR" dirty="0">
              <a:latin typeface="+mj-lt"/>
            </a:endParaRPr>
          </a:p>
        </p:txBody>
      </p:sp>
      <p:pic>
        <p:nvPicPr>
          <p:cNvPr id="57350" name="Picture 2" descr="Résultat de recherche d'images pour &quot;personal area network&quot;"/>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11400" y="3357563"/>
            <a:ext cx="4810125" cy="319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Virage 6"/>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45605533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arn(inVertic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7350"/>
                                        </p:tgtEl>
                                        <p:attrNameLst>
                                          <p:attrName>style.visibility</p:attrName>
                                        </p:attrNameLst>
                                      </p:cBhvr>
                                      <p:to>
                                        <p:strVal val="visible"/>
                                      </p:to>
                                    </p:set>
                                    <p:animEffect transition="in" filter="barn(inVertical)">
                                      <p:cBhvr>
                                        <p:cTn id="17" dur="500"/>
                                        <p:tgtEl>
                                          <p:spTgt spid="573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1" name="Text Box 9"/>
          <p:cNvSpPr txBox="1">
            <a:spLocks noChangeArrowheads="1"/>
          </p:cNvSpPr>
          <p:nvPr/>
        </p:nvSpPr>
        <p:spPr bwMode="auto">
          <a:xfrm>
            <a:off x="539750" y="22758"/>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58372"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Couverture Géographique</a:t>
            </a:r>
          </a:p>
        </p:txBody>
      </p:sp>
      <p:sp>
        <p:nvSpPr>
          <p:cNvPr id="2" name="Rectangle 1"/>
          <p:cNvSpPr/>
          <p:nvPr/>
        </p:nvSpPr>
        <p:spPr>
          <a:xfrm>
            <a:off x="395288" y="981075"/>
            <a:ext cx="8640762" cy="4170363"/>
          </a:xfrm>
          <a:prstGeom prst="rect">
            <a:avLst/>
          </a:prstGeom>
        </p:spPr>
        <p:txBody>
          <a:bodyPr>
            <a:spAutoFit/>
          </a:bodyPr>
          <a:lstStyle/>
          <a:p>
            <a:pPr marL="342900" indent="-342900">
              <a:buClr>
                <a:srgbClr val="0000CC"/>
              </a:buClr>
              <a:buFont typeface="Wingdings" pitchFamily="2" charset="2"/>
              <a:buChar char="q"/>
              <a:defRPr/>
            </a:pPr>
            <a:r>
              <a:rPr lang="fr-FR" b="1" dirty="0">
                <a:solidFill>
                  <a:srgbClr val="0000CC"/>
                </a:solidFill>
                <a:latin typeface="+mj-lt"/>
              </a:rPr>
              <a:t>Réseaux </a:t>
            </a:r>
            <a:r>
              <a:rPr lang="fr-FR" b="1" dirty="0" err="1">
                <a:solidFill>
                  <a:srgbClr val="0000CC"/>
                </a:solidFill>
                <a:latin typeface="+mj-lt"/>
              </a:rPr>
              <a:t>LANs</a:t>
            </a:r>
            <a:endParaRPr lang="fr-FR" b="1" dirty="0">
              <a:latin typeface="+mj-lt"/>
            </a:endParaRPr>
          </a:p>
          <a:p>
            <a:pPr marL="342900" indent="-165100" algn="just">
              <a:spcBef>
                <a:spcPts val="600"/>
              </a:spcBef>
              <a:buFont typeface="Arial" pitchFamily="34" charset="0"/>
              <a:buChar char="•"/>
              <a:defRPr/>
            </a:pPr>
            <a:r>
              <a:rPr lang="fr-FR" dirty="0">
                <a:solidFill>
                  <a:srgbClr val="333333"/>
                </a:solidFill>
                <a:latin typeface="Arial" pitchFamily="34" charset="0"/>
              </a:rPr>
              <a:t>C’est un réseau individuel qui s’étend généralement sur une zone géographique unique et qui fournit des services et des applications aux personnes au sein d’une structure organisationnelle commune.</a:t>
            </a:r>
          </a:p>
          <a:p>
            <a:pPr marL="342900" indent="-165100" algn="just">
              <a:spcBef>
                <a:spcPts val="600"/>
              </a:spcBef>
              <a:buFont typeface="Arial" pitchFamily="34" charset="0"/>
              <a:buChar char="•"/>
              <a:defRPr/>
            </a:pPr>
            <a:r>
              <a:rPr lang="fr-FR" dirty="0">
                <a:solidFill>
                  <a:srgbClr val="333333"/>
                </a:solidFill>
                <a:latin typeface="Arial" pitchFamily="34" charset="0"/>
              </a:rPr>
              <a:t>Placés sous un même contrôle administratif.</a:t>
            </a:r>
          </a:p>
          <a:p>
            <a:pPr marL="342900" indent="-165100" algn="just">
              <a:spcBef>
                <a:spcPts val="600"/>
              </a:spcBef>
              <a:buFont typeface="Arial" pitchFamily="34" charset="0"/>
              <a:buChar char="•"/>
              <a:defRPr/>
            </a:pPr>
            <a:r>
              <a:rPr lang="fr-FR" dirty="0">
                <a:solidFill>
                  <a:srgbClr val="333333"/>
                </a:solidFill>
                <a:latin typeface="Arial" pitchFamily="34" charset="0"/>
              </a:rPr>
              <a:t>Utilisent généralement des protocoles Ethernet ou sans fil (WLAN)</a:t>
            </a:r>
          </a:p>
          <a:p>
            <a:pPr marL="342900" indent="-165100" algn="just">
              <a:spcBef>
                <a:spcPts val="600"/>
              </a:spcBef>
              <a:buFont typeface="Arial" pitchFamily="34" charset="0"/>
              <a:buChar char="•"/>
              <a:defRPr/>
            </a:pPr>
            <a:r>
              <a:rPr lang="fr-FR" dirty="0">
                <a:solidFill>
                  <a:srgbClr val="333333"/>
                </a:solidFill>
                <a:latin typeface="Arial" pitchFamily="34" charset="0"/>
              </a:rPr>
              <a:t>Prennent en charge des débits  de données très élevés.</a:t>
            </a:r>
          </a:p>
          <a:p>
            <a:pPr marL="342900" indent="-165100" algn="just">
              <a:spcBef>
                <a:spcPts val="600"/>
              </a:spcBef>
              <a:buFont typeface="Arial" pitchFamily="34" charset="0"/>
              <a:buChar char="•"/>
              <a:defRPr/>
            </a:pPr>
            <a:r>
              <a:rPr lang="fr-FR" dirty="0">
                <a:solidFill>
                  <a:srgbClr val="333333"/>
                </a:solidFill>
                <a:latin typeface="Arial" pitchFamily="34" charset="0"/>
              </a:rPr>
              <a:t>Relient physiquement des unités adjacentes (ex: petite entreprise, campus,..).</a:t>
            </a:r>
          </a:p>
          <a:p>
            <a:pPr marL="342900" indent="-165100" algn="just">
              <a:buFont typeface="Arial" pitchFamily="34" charset="0"/>
              <a:buChar char="•"/>
              <a:defRPr/>
            </a:pPr>
            <a:endParaRPr lang="fr-FR" dirty="0">
              <a:solidFill>
                <a:srgbClr val="333333"/>
              </a:solidFill>
              <a:latin typeface="Arial" pitchFamily="34" charset="0"/>
            </a:endParaRPr>
          </a:p>
          <a:p>
            <a:pPr marL="342900" indent="-165100">
              <a:buFont typeface="Arial" pitchFamily="34" charset="0"/>
              <a:buChar char="•"/>
              <a:defRPr/>
            </a:pPr>
            <a:endParaRPr lang="fr-FR" dirty="0">
              <a:latin typeface="+mj-lt"/>
            </a:endParaRPr>
          </a:p>
        </p:txBody>
      </p:sp>
      <p:grpSp>
        <p:nvGrpSpPr>
          <p:cNvPr id="9" name="Groupe 11"/>
          <p:cNvGrpSpPr>
            <a:grpSpLocks/>
          </p:cNvGrpSpPr>
          <p:nvPr/>
        </p:nvGrpSpPr>
        <p:grpSpPr bwMode="auto">
          <a:xfrm>
            <a:off x="2484438" y="4005263"/>
            <a:ext cx="3929062" cy="2593975"/>
            <a:chOff x="4929190" y="2428868"/>
            <a:chExt cx="3929090" cy="3000396"/>
          </a:xfrm>
        </p:grpSpPr>
        <p:pic>
          <p:nvPicPr>
            <p:cNvPr id="5837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9190" y="2428868"/>
              <a:ext cx="3929090" cy="30003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58376" name="ZoneTexte 10"/>
            <p:cNvSpPr txBox="1">
              <a:spLocks noChangeArrowheads="1"/>
            </p:cNvSpPr>
            <p:nvPr/>
          </p:nvSpPr>
          <p:spPr bwMode="auto">
            <a:xfrm>
              <a:off x="6643702" y="5000636"/>
              <a:ext cx="192882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eaLnBrk="1" hangingPunct="1"/>
              <a:r>
                <a:rPr lang="fr-FR"/>
                <a:t>Réseau LAN</a:t>
              </a:r>
            </a:p>
          </p:txBody>
        </p:sp>
      </p:grpSp>
      <p:sp>
        <p:nvSpPr>
          <p:cNvPr id="11" name="Virage 10"/>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7064121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Text Box 9"/>
          <p:cNvSpPr txBox="1">
            <a:spLocks noChangeArrowheads="1"/>
          </p:cNvSpPr>
          <p:nvPr/>
        </p:nvSpPr>
        <p:spPr bwMode="auto">
          <a:xfrm>
            <a:off x="587016" y="-5708"/>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59396"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Couverture Géographique</a:t>
            </a:r>
          </a:p>
        </p:txBody>
      </p:sp>
      <p:sp>
        <p:nvSpPr>
          <p:cNvPr id="2" name="Rectangle 1"/>
          <p:cNvSpPr/>
          <p:nvPr/>
        </p:nvSpPr>
        <p:spPr>
          <a:xfrm>
            <a:off x="395288" y="908050"/>
            <a:ext cx="8640762" cy="3324225"/>
          </a:xfrm>
          <a:prstGeom prst="rect">
            <a:avLst/>
          </a:prstGeom>
        </p:spPr>
        <p:txBody>
          <a:bodyPr>
            <a:spAutoFit/>
          </a:bodyPr>
          <a:lstStyle/>
          <a:p>
            <a:pPr marL="342900" indent="-342900">
              <a:spcBef>
                <a:spcPts val="0"/>
              </a:spcBef>
              <a:buClr>
                <a:srgbClr val="0000CC"/>
              </a:buClr>
              <a:buFont typeface="Wingdings" pitchFamily="2" charset="2"/>
              <a:buChar char="q"/>
              <a:defRPr/>
            </a:pPr>
            <a:r>
              <a:rPr lang="fr-FR" b="1" dirty="0">
                <a:solidFill>
                  <a:srgbClr val="0000CC"/>
                </a:solidFill>
                <a:latin typeface="+mj-lt"/>
              </a:rPr>
              <a:t>Réseaux </a:t>
            </a:r>
            <a:r>
              <a:rPr lang="fr-FR" b="1" dirty="0" err="1">
                <a:solidFill>
                  <a:srgbClr val="0000CC"/>
                </a:solidFill>
                <a:latin typeface="+mj-lt"/>
              </a:rPr>
              <a:t>MANs</a:t>
            </a:r>
            <a:endParaRPr lang="fr-FR" b="1" dirty="0">
              <a:latin typeface="+mj-lt"/>
            </a:endParaRPr>
          </a:p>
          <a:p>
            <a:pPr marL="342900" indent="-165100" algn="just">
              <a:spcBef>
                <a:spcPts val="0"/>
              </a:spcBef>
              <a:buFont typeface="Arial" pitchFamily="34" charset="0"/>
              <a:buChar char="•"/>
              <a:defRPr/>
            </a:pPr>
            <a:r>
              <a:rPr lang="fr-FR" dirty="0">
                <a:solidFill>
                  <a:srgbClr val="333333"/>
                </a:solidFill>
                <a:latin typeface="Arial" pitchFamily="34" charset="0"/>
              </a:rPr>
              <a:t>Les réseaux </a:t>
            </a:r>
            <a:r>
              <a:rPr lang="fr-FR" dirty="0" err="1">
                <a:solidFill>
                  <a:srgbClr val="333333"/>
                </a:solidFill>
                <a:latin typeface="Arial" pitchFamily="34" charset="0"/>
              </a:rPr>
              <a:t>MANs</a:t>
            </a:r>
            <a:r>
              <a:rPr lang="fr-FR" dirty="0">
                <a:solidFill>
                  <a:srgbClr val="333333"/>
                </a:solidFill>
                <a:latin typeface="Arial" pitchFamily="34" charset="0"/>
              </a:rPr>
              <a:t> interconnectent plusieurs réseaux LAN situés dans des zones qui sont géographiquement proches (quelques dizaines de kilomètres, ex: des </a:t>
            </a:r>
            <a:r>
              <a:rPr lang="fr-FR" dirty="0" err="1">
                <a:solidFill>
                  <a:srgbClr val="333333"/>
                </a:solidFill>
                <a:latin typeface="Arial" pitchFamily="34" charset="0"/>
              </a:rPr>
              <a:t>LANs</a:t>
            </a:r>
            <a:r>
              <a:rPr lang="fr-FR" dirty="0">
                <a:solidFill>
                  <a:srgbClr val="333333"/>
                </a:solidFill>
                <a:latin typeface="Arial" pitchFamily="34" charset="0"/>
              </a:rPr>
              <a:t> répartis dans une même ville).</a:t>
            </a:r>
          </a:p>
          <a:p>
            <a:pPr marL="342900" indent="-165100" algn="just">
              <a:spcBef>
                <a:spcPts val="0"/>
              </a:spcBef>
              <a:buFont typeface="Arial" pitchFamily="34" charset="0"/>
              <a:buChar char="•"/>
              <a:defRPr/>
            </a:pPr>
            <a:r>
              <a:rPr lang="fr-FR" dirty="0">
                <a:solidFill>
                  <a:srgbClr val="333333"/>
                </a:solidFill>
                <a:latin typeface="Arial" pitchFamily="34" charset="0"/>
              </a:rPr>
              <a:t>Ils permet aux machines appartenant à plusieurs réseaux LAN différents de se communiquer comme s’ils faisaient partie d’un même LAN.</a:t>
            </a:r>
          </a:p>
          <a:p>
            <a:pPr marL="342900" indent="-165100" algn="just">
              <a:spcBef>
                <a:spcPts val="0"/>
              </a:spcBef>
              <a:buFont typeface="Arial" pitchFamily="34" charset="0"/>
              <a:buChar char="•"/>
              <a:defRPr/>
            </a:pPr>
            <a:r>
              <a:rPr lang="fr-FR" dirty="0">
                <a:solidFill>
                  <a:srgbClr val="333333"/>
                </a:solidFill>
                <a:latin typeface="Arial" pitchFamily="34" charset="0"/>
              </a:rPr>
              <a:t>Généralement des fibres optiques sont utilisées pour assurer des transferts à haut débit.</a:t>
            </a:r>
          </a:p>
          <a:p>
            <a:pPr marL="342900" indent="-165100">
              <a:buFont typeface="Arial" pitchFamily="34" charset="0"/>
              <a:buChar char="•"/>
              <a:defRPr/>
            </a:pPr>
            <a:endParaRPr lang="fr-FR" dirty="0">
              <a:latin typeface="+mj-lt"/>
            </a:endParaRPr>
          </a:p>
        </p:txBody>
      </p:sp>
      <p:pic>
        <p:nvPicPr>
          <p:cNvPr id="593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751263"/>
            <a:ext cx="8461375" cy="3062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Virage 6"/>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909660797"/>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barn(inVertical)">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barn(inVertical)">
                                      <p:cBhvr>
                                        <p:cTn id="12" dur="5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9398"/>
                                        </p:tgtEl>
                                        <p:attrNameLst>
                                          <p:attrName>style.visibility</p:attrName>
                                        </p:attrNameLst>
                                      </p:cBhvr>
                                      <p:to>
                                        <p:strVal val="visible"/>
                                      </p:to>
                                    </p:set>
                                    <p:animEffect transition="in" filter="barn(inVertical)">
                                      <p:cBhvr>
                                        <p:cTn id="17" dur="500"/>
                                        <p:tgtEl>
                                          <p:spTgt spid="593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52500"/>
            <a:ext cx="8215312" cy="4708525"/>
          </a:xfrm>
          <a:prstGeom prst="rect">
            <a:avLst/>
          </a:prstGeom>
        </p:spPr>
        <p:txBody>
          <a:bodyPr>
            <a:spAutoFit/>
          </a:bodyPr>
          <a:lstStyle/>
          <a:p>
            <a:pPr marL="342900" indent="-342900" algn="just">
              <a:spcBef>
                <a:spcPts val="600"/>
              </a:spcBef>
              <a:spcAft>
                <a:spcPts val="1200"/>
              </a:spcAft>
              <a:buClr>
                <a:srgbClr val="0000CC"/>
              </a:buClr>
              <a:buFont typeface="Wingdings" pitchFamily="2" charset="2"/>
              <a:buChar char="q"/>
              <a:defRPr/>
            </a:pPr>
            <a:r>
              <a:rPr lang="fr-FR" b="1" dirty="0">
                <a:solidFill>
                  <a:srgbClr val="0000CC"/>
                </a:solidFill>
              </a:rPr>
              <a:t>Réseaux </a:t>
            </a:r>
            <a:r>
              <a:rPr lang="fr-FR" b="1" dirty="0" err="1">
                <a:solidFill>
                  <a:srgbClr val="0000CC"/>
                </a:solidFill>
              </a:rPr>
              <a:t>WANs</a:t>
            </a:r>
            <a:endParaRPr lang="fr-FR" dirty="0">
              <a:solidFill>
                <a:srgbClr val="333333"/>
              </a:solidFill>
              <a:latin typeface="+mn-lt"/>
              <a:cs typeface="Arial" charset="0"/>
            </a:endParaRPr>
          </a:p>
          <a:p>
            <a:pPr marL="177800" indent="-177800" algn="just">
              <a:spcBef>
                <a:spcPts val="0"/>
              </a:spcBef>
              <a:spcAft>
                <a:spcPts val="1200"/>
              </a:spcAft>
              <a:buFont typeface="Wingdings" pitchFamily="2" charset="2"/>
              <a:buChar char="§"/>
              <a:defRPr/>
            </a:pPr>
            <a:r>
              <a:rPr lang="fr-FR" dirty="0">
                <a:solidFill>
                  <a:srgbClr val="333333"/>
                </a:solidFill>
                <a:latin typeface="+mn-lt"/>
                <a:cs typeface="Arial" charset="0"/>
              </a:rPr>
              <a:t>Les réseaux locaux séparés géographiquement sont connectés par un réseau appelé réseau étendu WAN.</a:t>
            </a:r>
          </a:p>
          <a:p>
            <a:pPr marL="177800" indent="-177800" algn="just">
              <a:spcBef>
                <a:spcPts val="0"/>
              </a:spcBef>
              <a:buFont typeface="Wingdings" pitchFamily="2" charset="2"/>
              <a:buChar char="§"/>
              <a:defRPr/>
            </a:pPr>
            <a:r>
              <a:rPr lang="fr-FR" dirty="0">
                <a:solidFill>
                  <a:srgbClr val="333333"/>
                </a:solidFill>
                <a:latin typeface="+mn-lt"/>
                <a:cs typeface="Arial" charset="0"/>
              </a:rPr>
              <a:t>Quelques technologies utilisées dans les réseaux WAN: </a:t>
            </a:r>
            <a:r>
              <a:rPr lang="fr-FR" dirty="0">
                <a:cs typeface="Arial" charset="0"/>
              </a:rPr>
              <a:t>PPP, HDLC, Relais de trames, ATM, RNIS, MPLS, …</a:t>
            </a:r>
          </a:p>
          <a:p>
            <a:pPr marL="177800" indent="-177800" algn="just">
              <a:spcBef>
                <a:spcPts val="0"/>
              </a:spcBef>
              <a:buFont typeface="Wingdings" pitchFamily="2" charset="2"/>
              <a:buChar char="§"/>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grpSp>
        <p:nvGrpSpPr>
          <p:cNvPr id="2" name="Groupe 1"/>
          <p:cNvGrpSpPr/>
          <p:nvPr/>
        </p:nvGrpSpPr>
        <p:grpSpPr>
          <a:xfrm>
            <a:off x="785813" y="2852738"/>
            <a:ext cx="8207375" cy="3889375"/>
            <a:chOff x="785813" y="2852738"/>
            <a:chExt cx="8207375" cy="3889375"/>
          </a:xfrm>
        </p:grpSpPr>
        <p:grpSp>
          <p:nvGrpSpPr>
            <p:cNvPr id="60419" name="Groupe 7"/>
            <p:cNvGrpSpPr>
              <a:grpSpLocks/>
            </p:cNvGrpSpPr>
            <p:nvPr/>
          </p:nvGrpSpPr>
          <p:grpSpPr bwMode="auto">
            <a:xfrm>
              <a:off x="785813" y="2852738"/>
              <a:ext cx="8207375" cy="3673475"/>
              <a:chOff x="785813" y="2571751"/>
              <a:chExt cx="8207375" cy="3286141"/>
            </a:xfrm>
          </p:grpSpPr>
          <p:pic>
            <p:nvPicPr>
              <p:cNvPr id="6042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5813" y="2571751"/>
                <a:ext cx="8207375" cy="3286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1" name="ZoneTexte 10"/>
              <p:cNvSpPr txBox="1"/>
              <p:nvPr/>
            </p:nvSpPr>
            <p:spPr>
              <a:xfrm>
                <a:off x="4010025" y="4055768"/>
                <a:ext cx="1857375" cy="964257"/>
              </a:xfrm>
              <a:prstGeom prst="rect">
                <a:avLst/>
              </a:prstGeom>
              <a:noFill/>
            </p:spPr>
            <p:txBody>
              <a:bodyPr>
                <a:spAutoFit/>
              </a:bodyPr>
              <a:lstStyle/>
              <a:p>
                <a:pPr>
                  <a:defRPr/>
                </a:pPr>
                <a:r>
                  <a:rPr lang="fr-FR" sz="1600" b="1" dirty="0">
                    <a:solidFill>
                      <a:srgbClr val="7030A0"/>
                    </a:solidFill>
                    <a:latin typeface="+mj-lt"/>
                    <a:cs typeface="Arial" charset="0"/>
                  </a:rPr>
                  <a:t>PPP, HDLC, Relais de trames, ATM, RNIS, MPLS,…</a:t>
                </a:r>
              </a:p>
            </p:txBody>
          </p:sp>
        </p:grpSp>
        <p:sp>
          <p:nvSpPr>
            <p:cNvPr id="10" name="ZoneTexte 9"/>
            <p:cNvSpPr txBox="1"/>
            <p:nvPr/>
          </p:nvSpPr>
          <p:spPr bwMode="auto">
            <a:xfrm>
              <a:off x="4643438" y="6342063"/>
              <a:ext cx="895350" cy="400050"/>
            </a:xfrm>
            <a:prstGeom prst="rect">
              <a:avLst/>
            </a:prstGeom>
            <a:noFill/>
          </p:spPr>
          <p:txBody>
            <a:bodyPr>
              <a:spAutoFit/>
            </a:bodyPr>
            <a:lstStyle/>
            <a:p>
              <a:pPr>
                <a:defRPr/>
              </a:pPr>
              <a:r>
                <a:rPr lang="fr-FR" b="1" dirty="0">
                  <a:solidFill>
                    <a:srgbClr val="0000CC"/>
                  </a:solidFill>
                  <a:latin typeface="+mj-lt"/>
                  <a:cs typeface="Arial" charset="0"/>
                </a:rPr>
                <a:t>WAN</a:t>
              </a:r>
            </a:p>
          </p:txBody>
        </p:sp>
      </p:grpSp>
      <p:sp>
        <p:nvSpPr>
          <p:cNvPr id="60422" name="Text Box 9"/>
          <p:cNvSpPr txBox="1">
            <a:spLocks noChangeArrowheads="1"/>
          </p:cNvSpPr>
          <p:nvPr/>
        </p:nvSpPr>
        <p:spPr bwMode="auto">
          <a:xfrm>
            <a:off x="550326" y="-5708"/>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60423"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Couverture Géographique</a:t>
            </a:r>
          </a:p>
        </p:txBody>
      </p:sp>
      <p:sp>
        <p:nvSpPr>
          <p:cNvPr id="13" name="Virage 12"/>
          <p:cNvSpPr/>
          <p:nvPr/>
        </p:nvSpPr>
        <p:spPr bwMode="auto">
          <a:xfrm flipV="1">
            <a:off x="694346" y="328378"/>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120665710"/>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52500"/>
            <a:ext cx="8215312" cy="3938588"/>
          </a:xfrm>
          <a:prstGeom prst="rect">
            <a:avLst/>
          </a:prstGeom>
        </p:spPr>
        <p:txBody>
          <a:bodyPr>
            <a:spAutoFit/>
          </a:bodyPr>
          <a:lstStyle/>
          <a:p>
            <a:pPr marL="342900" indent="-342900" algn="just">
              <a:spcBef>
                <a:spcPts val="600"/>
              </a:spcBef>
              <a:spcAft>
                <a:spcPts val="1200"/>
              </a:spcAft>
              <a:buClr>
                <a:srgbClr val="0000CC"/>
              </a:buClr>
              <a:buFont typeface="Wingdings" pitchFamily="2" charset="2"/>
              <a:buChar char="q"/>
              <a:defRPr/>
            </a:pPr>
            <a:r>
              <a:rPr lang="fr-FR" b="1" dirty="0">
                <a:solidFill>
                  <a:srgbClr val="0000CC"/>
                </a:solidFill>
              </a:rPr>
              <a:t>Topologie logique</a:t>
            </a:r>
            <a:endParaRPr lang="fr-FR" dirty="0">
              <a:solidFill>
                <a:srgbClr val="333333"/>
              </a:solidFill>
              <a:latin typeface="+mn-lt"/>
              <a:cs typeface="Arial" charset="0"/>
            </a:endParaRPr>
          </a:p>
          <a:p>
            <a:pPr marL="177800" indent="-177800" algn="just">
              <a:spcBef>
                <a:spcPts val="0"/>
              </a:spcBef>
              <a:buFont typeface="Wingdings" pitchFamily="2" charset="2"/>
              <a:buChar char="§"/>
              <a:defRPr/>
            </a:pPr>
            <a:r>
              <a:rPr lang="fr-FR" dirty="0">
                <a:latin typeface="Arial" pitchFamily="34" charset="0"/>
              </a:rPr>
              <a:t>Illustrent les périphériques, les ports, et le schéma d'adressage IP:</a:t>
            </a:r>
          </a:p>
          <a:p>
            <a:pPr marL="177800" indent="-177800" algn="just">
              <a:spcBef>
                <a:spcPts val="0"/>
              </a:spcBef>
              <a:buFont typeface="Wingdings" pitchFamily="2" charset="2"/>
              <a:buChar char="§"/>
              <a:defRPr/>
            </a:pPr>
            <a:endParaRPr lang="fr-FR" dirty="0">
              <a:latin typeface="Arial" pitchFamily="34" charset="0"/>
            </a:endParaRPr>
          </a:p>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61444" name="Text Box 9"/>
          <p:cNvSpPr txBox="1">
            <a:spLocks noChangeArrowheads="1"/>
          </p:cNvSpPr>
          <p:nvPr/>
        </p:nvSpPr>
        <p:spPr bwMode="auto">
          <a:xfrm>
            <a:off x="626368"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61445"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Topologies </a:t>
            </a:r>
          </a:p>
        </p:txBody>
      </p:sp>
      <p:pic>
        <p:nvPicPr>
          <p:cNvPr id="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1889125"/>
            <a:ext cx="7883525" cy="4995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Virage 8"/>
          <p:cNvSpPr/>
          <p:nvPr/>
        </p:nvSpPr>
        <p:spPr bwMode="auto">
          <a:xfrm flipV="1">
            <a:off x="75547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701216574"/>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ox(in)">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52500"/>
            <a:ext cx="8215312" cy="3938588"/>
          </a:xfrm>
          <a:prstGeom prst="rect">
            <a:avLst/>
          </a:prstGeom>
        </p:spPr>
        <p:txBody>
          <a:bodyPr>
            <a:spAutoFit/>
          </a:bodyPr>
          <a:lstStyle/>
          <a:p>
            <a:pPr marL="342900" indent="-342900" algn="just">
              <a:spcBef>
                <a:spcPts val="600"/>
              </a:spcBef>
              <a:spcAft>
                <a:spcPts val="1200"/>
              </a:spcAft>
              <a:buClr>
                <a:srgbClr val="0000CC"/>
              </a:buClr>
              <a:buFont typeface="Wingdings" pitchFamily="2" charset="2"/>
              <a:buChar char="q"/>
              <a:defRPr/>
            </a:pPr>
            <a:r>
              <a:rPr lang="fr-FR" b="1" dirty="0">
                <a:solidFill>
                  <a:srgbClr val="0000CC"/>
                </a:solidFill>
              </a:rPr>
              <a:t>Topologie physique</a:t>
            </a:r>
            <a:endParaRPr lang="fr-FR" dirty="0">
              <a:solidFill>
                <a:srgbClr val="333333"/>
              </a:solidFill>
              <a:latin typeface="+mn-lt"/>
              <a:cs typeface="Arial" charset="0"/>
            </a:endParaRPr>
          </a:p>
          <a:p>
            <a:pPr marL="177800" indent="-177800" algn="just">
              <a:spcBef>
                <a:spcPts val="0"/>
              </a:spcBef>
              <a:buFont typeface="Wingdings" pitchFamily="2" charset="2"/>
              <a:buChar char="§"/>
              <a:defRPr/>
            </a:pPr>
            <a:r>
              <a:rPr lang="fr-FR" dirty="0">
                <a:latin typeface="Arial" pitchFamily="34" charset="0"/>
              </a:rPr>
              <a:t>Indiquent l'emplacement physique des périphériques, des ports configurés et des câbles</a:t>
            </a:r>
          </a:p>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62468"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62469"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2060575"/>
            <a:ext cx="7632700" cy="468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Virage 8"/>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14167732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7832914"/>
          </a:xfrm>
          <a:prstGeom prst="rect">
            <a:avLst/>
          </a:prstGeom>
        </p:spPr>
        <p:txBody>
          <a:bodyPr>
            <a:spAutoFit/>
          </a:bodyPr>
          <a:lstStyle/>
          <a:p>
            <a:pPr marL="342900" indent="-342900" algn="just">
              <a:spcBef>
                <a:spcPts val="600"/>
              </a:spcBef>
              <a:spcAft>
                <a:spcPts val="1200"/>
              </a:spcAft>
              <a:buClr>
                <a:srgbClr val="0000CC"/>
              </a:buClr>
              <a:buFont typeface="Wingdings" pitchFamily="2" charset="2"/>
              <a:buChar char="q"/>
              <a:defRPr/>
            </a:pPr>
            <a:r>
              <a:rPr lang="fr-FR" b="1" dirty="0">
                <a:solidFill>
                  <a:srgbClr val="0000CC"/>
                </a:solidFill>
              </a:rPr>
              <a:t>Topologie physique</a:t>
            </a:r>
            <a:endParaRPr lang="fr-FR" dirty="0">
              <a:solidFill>
                <a:srgbClr val="333333"/>
              </a:solidFill>
              <a:latin typeface="+mn-lt"/>
              <a:cs typeface="Arial" charset="0"/>
            </a:endParaRPr>
          </a:p>
          <a:p>
            <a:pPr marL="177800" indent="-177800" algn="just">
              <a:spcBef>
                <a:spcPts val="1800"/>
              </a:spcBef>
              <a:buFont typeface="Wingdings" pitchFamily="2" charset="2"/>
              <a:buChar char="§"/>
              <a:defRPr/>
            </a:pPr>
            <a:r>
              <a:rPr lang="fr-FR" sz="2400" dirty="0">
                <a:latin typeface="Arial" pitchFamily="34" charset="0"/>
              </a:rPr>
              <a:t>On trouve plusieurs types de topologies physiques:</a:t>
            </a:r>
          </a:p>
          <a:p>
            <a:pPr marL="914400" lvl="1" indent="-457200" algn="just">
              <a:spcBef>
                <a:spcPts val="1800"/>
              </a:spcBef>
              <a:buFont typeface="Arial" pitchFamily="34" charset="0"/>
              <a:buChar char="•"/>
              <a:defRPr/>
            </a:pPr>
            <a:r>
              <a:rPr lang="fr-FR" sz="2400" dirty="0">
                <a:latin typeface="Arial" pitchFamily="34" charset="0"/>
              </a:rPr>
              <a:t>Topologie en bus</a:t>
            </a:r>
          </a:p>
          <a:p>
            <a:pPr marL="914400" lvl="1" indent="-457200" algn="just">
              <a:spcBef>
                <a:spcPts val="1800"/>
              </a:spcBef>
              <a:buFont typeface="Arial" pitchFamily="34" charset="0"/>
              <a:buChar char="•"/>
              <a:defRPr/>
            </a:pPr>
            <a:r>
              <a:rPr lang="fr-FR" sz="2400" dirty="0">
                <a:latin typeface="Arial" pitchFamily="34" charset="0"/>
              </a:rPr>
              <a:t>Topologie en anneau</a:t>
            </a:r>
          </a:p>
          <a:p>
            <a:pPr marL="914400" lvl="1" indent="-457200" algn="just">
              <a:spcBef>
                <a:spcPts val="1800"/>
              </a:spcBef>
              <a:buFont typeface="Arial" pitchFamily="34" charset="0"/>
              <a:buChar char="•"/>
              <a:defRPr/>
            </a:pPr>
            <a:r>
              <a:rPr lang="fr-FR" sz="2400" dirty="0">
                <a:latin typeface="Arial" pitchFamily="34" charset="0"/>
              </a:rPr>
              <a:t>Topologie en étoile</a:t>
            </a:r>
          </a:p>
          <a:p>
            <a:pPr marL="914400" lvl="1" indent="-457200" algn="just">
              <a:spcBef>
                <a:spcPts val="1800"/>
              </a:spcBef>
              <a:buFont typeface="Arial" pitchFamily="34" charset="0"/>
              <a:buChar char="•"/>
              <a:defRPr/>
            </a:pPr>
            <a:r>
              <a:rPr lang="fr-FR" sz="2400" dirty="0">
                <a:latin typeface="Arial" pitchFamily="34" charset="0"/>
              </a:rPr>
              <a:t>Topologie en étoile étendue</a:t>
            </a:r>
          </a:p>
          <a:p>
            <a:pPr marL="914400" lvl="1" indent="-457200" algn="just">
              <a:spcBef>
                <a:spcPts val="1800"/>
              </a:spcBef>
              <a:buFont typeface="Arial" pitchFamily="34" charset="0"/>
              <a:buChar char="•"/>
              <a:defRPr/>
            </a:pPr>
            <a:r>
              <a:rPr lang="fr-FR" sz="2400" dirty="0">
                <a:latin typeface="Arial" pitchFamily="34" charset="0"/>
              </a:rPr>
              <a:t>Topologie  maillée (</a:t>
            </a:r>
            <a:r>
              <a:rPr lang="fr-FR" sz="2400" dirty="0" err="1">
                <a:latin typeface="Arial" pitchFamily="34" charset="0"/>
              </a:rPr>
              <a:t>Mesh</a:t>
            </a:r>
            <a:r>
              <a:rPr lang="fr-FR" sz="2400" dirty="0">
                <a:latin typeface="Arial" pitchFamily="34" charset="0"/>
              </a:rPr>
              <a:t>)</a:t>
            </a:r>
          </a:p>
          <a:p>
            <a:pPr marL="914400" lvl="1" indent="-457200" algn="just">
              <a:spcBef>
                <a:spcPts val="1800"/>
              </a:spcBef>
              <a:buFont typeface="Arial" pitchFamily="34" charset="0"/>
              <a:buChar char="•"/>
              <a:defRPr/>
            </a:pPr>
            <a:r>
              <a:rPr lang="fr-FR" sz="2400" dirty="0">
                <a:latin typeface="Arial" pitchFamily="34" charset="0"/>
              </a:rPr>
              <a:t>Topologie hiérarchique</a:t>
            </a:r>
          </a:p>
          <a:p>
            <a:pPr marL="177800" indent="-177800" algn="just">
              <a:spcBef>
                <a:spcPts val="0"/>
              </a:spcBef>
              <a:buFont typeface="Wingdings" pitchFamily="2" charset="2"/>
              <a:buChar char="§"/>
              <a:defRPr/>
            </a:pPr>
            <a:endParaRPr lang="fr-FR" dirty="0">
              <a:latin typeface="Arial" pitchFamily="34" charset="0"/>
            </a:endParaRPr>
          </a:p>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63492"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63493"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Topologies </a:t>
            </a:r>
          </a:p>
        </p:txBody>
      </p:sp>
      <p:sp>
        <p:nvSpPr>
          <p:cNvPr id="8" name="Virage 7"/>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695555116"/>
      </p:ext>
    </p:extLst>
  </p:cSld>
  <p:clrMapOvr>
    <a:masterClrMapping/>
  </p:clrMapOvr>
  <p:transition>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2862322"/>
          </a:xfrm>
          <a:prstGeom prst="rect">
            <a:avLst/>
          </a:prstGeom>
        </p:spPr>
        <p:txBody>
          <a:bodyPr>
            <a:spAutoFit/>
          </a:bodyPr>
          <a:lstStyle/>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2" name="Rectangle 1"/>
          <p:cNvSpPr/>
          <p:nvPr/>
        </p:nvSpPr>
        <p:spPr>
          <a:xfrm>
            <a:off x="395420" y="980660"/>
            <a:ext cx="8641200" cy="5632311"/>
          </a:xfrm>
          <a:prstGeom prst="rect">
            <a:avLst/>
          </a:prstGeom>
        </p:spPr>
        <p:txBody>
          <a:bodyPr wrap="square">
            <a:spAutoFit/>
          </a:bodyPr>
          <a:lstStyle/>
          <a:p>
            <a:pPr marL="342900" indent="-342900" algn="just">
              <a:buClr>
                <a:srgbClr val="0000CC"/>
              </a:buClr>
              <a:buFont typeface="Wingdings" pitchFamily="2" charset="2"/>
              <a:buChar char="q"/>
            </a:pPr>
            <a:r>
              <a:rPr lang="fr-FR" b="1" dirty="0">
                <a:solidFill>
                  <a:srgbClr val="0000CC"/>
                </a:solidFill>
              </a:rPr>
              <a:t>Topologie en bus</a:t>
            </a:r>
            <a:endParaRPr lang="fr-FR" b="1" dirty="0">
              <a:latin typeface="+mn-lt"/>
            </a:endParaRPr>
          </a:p>
          <a:p>
            <a:pPr marL="177800" indent="-177800" algn="just">
              <a:spcAft>
                <a:spcPts val="1200"/>
              </a:spcAft>
              <a:buFont typeface="Wingdings" pitchFamily="2" charset="2"/>
              <a:buChar char="§"/>
            </a:pPr>
            <a:r>
              <a:rPr lang="fr-FR" dirty="0">
                <a:latin typeface="+mn-lt"/>
              </a:rPr>
              <a:t>C’est l'organisation la plus simple d'un réseau. En effet, dans une topologie en bus </a:t>
            </a:r>
            <a:r>
              <a:rPr lang="fr-FR" u="sng" dirty="0">
                <a:latin typeface="+mn-lt"/>
              </a:rPr>
              <a:t>toutes les machines sont reliées à une même ligne de transmission par l'intermédiaire de câble</a:t>
            </a:r>
            <a:r>
              <a:rPr lang="fr-FR" dirty="0">
                <a:latin typeface="+mn-lt"/>
              </a:rPr>
              <a:t>, généralement coaxial. Le mot « bus » désigne la ligne physique qui relie les machines du réseau.</a:t>
            </a: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spcAft>
                <a:spcPts val="1200"/>
              </a:spcAft>
              <a:buFont typeface="Wingdings" pitchFamily="2" charset="2"/>
              <a:buChar char="§"/>
            </a:pPr>
            <a:r>
              <a:rPr lang="fr-FR" dirty="0">
                <a:latin typeface="+mn-lt"/>
              </a:rPr>
              <a:t>Cette topologie a pour </a:t>
            </a:r>
            <a:r>
              <a:rPr lang="fr-FR" b="1" dirty="0">
                <a:latin typeface="+mn-lt"/>
              </a:rPr>
              <a:t>avantage</a:t>
            </a:r>
            <a:r>
              <a:rPr lang="fr-FR" dirty="0">
                <a:latin typeface="+mn-lt"/>
              </a:rPr>
              <a:t> d'être </a:t>
            </a:r>
            <a:r>
              <a:rPr lang="fr-FR" b="1" dirty="0">
                <a:latin typeface="+mn-lt"/>
              </a:rPr>
              <a:t>facile à mettre en œuvre </a:t>
            </a:r>
            <a:r>
              <a:rPr lang="fr-FR" dirty="0">
                <a:latin typeface="+mn-lt"/>
              </a:rPr>
              <a:t>et de posséder un </a:t>
            </a:r>
            <a:r>
              <a:rPr lang="fr-FR" b="1" dirty="0">
                <a:latin typeface="+mn-lt"/>
              </a:rPr>
              <a:t>fonctionnement simple</a:t>
            </a:r>
            <a:r>
              <a:rPr lang="fr-FR" dirty="0">
                <a:latin typeface="+mn-lt"/>
              </a:rPr>
              <a:t>. En revanche, elle représente quelques faiblesses: En cas de </a:t>
            </a:r>
            <a:r>
              <a:rPr lang="fr-FR" b="1" dirty="0">
                <a:latin typeface="+mn-lt"/>
              </a:rPr>
              <a:t>rupture</a:t>
            </a:r>
            <a:r>
              <a:rPr lang="fr-FR" dirty="0">
                <a:latin typeface="+mn-lt"/>
              </a:rPr>
              <a:t> de câble commun tout le réseau tombe </a:t>
            </a:r>
            <a:r>
              <a:rPr lang="fr-FR" b="1" dirty="0">
                <a:latin typeface="+mn-lt"/>
              </a:rPr>
              <a:t>en panne</a:t>
            </a:r>
            <a:r>
              <a:rPr lang="fr-FR" dirty="0">
                <a:latin typeface="+mn-lt"/>
              </a:rPr>
              <a:t>.</a:t>
            </a:r>
          </a:p>
        </p:txBody>
      </p:sp>
      <p:pic>
        <p:nvPicPr>
          <p:cNvPr id="17101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0385" y="2809900"/>
            <a:ext cx="5534025"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11"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sp>
        <p:nvSpPr>
          <p:cNvPr id="9" name="Virage 8"/>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09703811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1011"/>
                                        </p:tgtEl>
                                        <p:attrNameLst>
                                          <p:attrName>style.visibility</p:attrName>
                                        </p:attrNameLst>
                                      </p:cBhvr>
                                      <p:to>
                                        <p:strVal val="visible"/>
                                      </p:to>
                                    </p:set>
                                    <p:animEffect transition="in" filter="barn(inVertical)">
                                      <p:cBhvr>
                                        <p:cTn id="7" dur="500"/>
                                        <p:tgtEl>
                                          <p:spTgt spid="1710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7" end="7"/>
                                            </p:txEl>
                                          </p:spTgt>
                                        </p:tgtEl>
                                        <p:attrNameLst>
                                          <p:attrName>style.visibility</p:attrName>
                                        </p:attrNameLst>
                                      </p:cBhvr>
                                      <p:to>
                                        <p:strVal val="visible"/>
                                      </p:to>
                                    </p:set>
                                    <p:animEffect transition="in" filter="barn(inVertical)">
                                      <p:cBhvr>
                                        <p:cTn id="1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2862322"/>
          </a:xfrm>
          <a:prstGeom prst="rect">
            <a:avLst/>
          </a:prstGeom>
        </p:spPr>
        <p:txBody>
          <a:bodyPr>
            <a:spAutoFit/>
          </a:bodyPr>
          <a:lstStyle/>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2" name="Rectangle 1"/>
          <p:cNvSpPr/>
          <p:nvPr/>
        </p:nvSpPr>
        <p:spPr>
          <a:xfrm>
            <a:off x="395420" y="908650"/>
            <a:ext cx="8641200" cy="6047809"/>
          </a:xfrm>
          <a:prstGeom prst="rect">
            <a:avLst/>
          </a:prstGeom>
        </p:spPr>
        <p:txBody>
          <a:bodyPr wrap="square">
            <a:spAutoFit/>
          </a:bodyPr>
          <a:lstStyle/>
          <a:p>
            <a:pPr marL="342900" indent="-342900" algn="just">
              <a:buClr>
                <a:srgbClr val="0000CC"/>
              </a:buClr>
              <a:buFont typeface="Wingdings" pitchFamily="2" charset="2"/>
              <a:buChar char="q"/>
            </a:pPr>
            <a:r>
              <a:rPr lang="fr-FR" b="1" dirty="0">
                <a:solidFill>
                  <a:srgbClr val="0000CC"/>
                </a:solidFill>
              </a:rPr>
              <a:t>Topologie en anneau</a:t>
            </a:r>
            <a:endParaRPr lang="fr-FR" b="1" dirty="0">
              <a:latin typeface="+mn-lt"/>
            </a:endParaRPr>
          </a:p>
          <a:p>
            <a:pPr marL="177800" indent="-177800" algn="just">
              <a:spcBef>
                <a:spcPts val="600"/>
              </a:spcBef>
              <a:spcAft>
                <a:spcPts val="0"/>
              </a:spcAft>
              <a:buFont typeface="Wingdings" pitchFamily="2" charset="2"/>
              <a:buChar char="§"/>
            </a:pPr>
            <a:r>
              <a:rPr lang="fr-FR" dirty="0">
                <a:latin typeface="+mn-lt"/>
              </a:rPr>
              <a:t>Les hôtes sont chaînés sous forme d’un anneau (en boucle).</a:t>
            </a:r>
          </a:p>
          <a:p>
            <a:pPr marL="177800" indent="-177800" algn="just">
              <a:spcBef>
                <a:spcPts val="600"/>
              </a:spcBef>
              <a:spcAft>
                <a:spcPts val="1200"/>
              </a:spcAft>
              <a:buFont typeface="Wingdings" pitchFamily="2" charset="2"/>
              <a:buChar char="§"/>
            </a:pPr>
            <a:r>
              <a:rPr lang="fr-FR" dirty="0">
                <a:latin typeface="+mn-lt"/>
              </a:rPr>
              <a:t>Chaque hôte passe les données à ses voisins (dans un sens unique), chacun à son tour.</a:t>
            </a:r>
          </a:p>
          <a:p>
            <a:pPr marL="177800" indent="-177800" algn="just">
              <a:spcBef>
                <a:spcPts val="600"/>
              </a:spcBef>
              <a:spcAft>
                <a:spcPts val="0"/>
              </a:spcAft>
              <a:buFont typeface="Wingdings" pitchFamily="2" charset="2"/>
              <a:buChar char="§"/>
            </a:pPr>
            <a:endParaRPr lang="fr-FR" dirty="0">
              <a:latin typeface="+mn-lt"/>
            </a:endParaRPr>
          </a:p>
          <a:p>
            <a:pPr marL="177800" indent="-177800" algn="just">
              <a:spcBef>
                <a:spcPts val="600"/>
              </a:spcBef>
              <a:spcAft>
                <a:spcPts val="0"/>
              </a:spcAft>
              <a:buFont typeface="Wingdings" pitchFamily="2" charset="2"/>
              <a:buChar char="§"/>
            </a:pPr>
            <a:endParaRPr lang="fr-FR" dirty="0">
              <a:latin typeface="+mn-lt"/>
            </a:endParaRPr>
          </a:p>
          <a:p>
            <a:pPr marL="177800" indent="-177800" algn="just">
              <a:spcBef>
                <a:spcPts val="600"/>
              </a:spcBef>
              <a:spcAft>
                <a:spcPts val="0"/>
              </a:spcAft>
              <a:buFont typeface="Wingdings" pitchFamily="2" charset="2"/>
              <a:buChar char="§"/>
            </a:pPr>
            <a:endParaRPr lang="fr-FR" dirty="0">
              <a:latin typeface="+mn-lt"/>
            </a:endParaRPr>
          </a:p>
          <a:p>
            <a:pPr marL="177800" indent="-177800" algn="just">
              <a:spcBef>
                <a:spcPts val="600"/>
              </a:spcBef>
              <a:spcAft>
                <a:spcPts val="0"/>
              </a:spcAft>
              <a:buFont typeface="Wingdings" pitchFamily="2" charset="2"/>
              <a:buChar char="§"/>
            </a:pPr>
            <a:endParaRPr lang="fr-FR" dirty="0">
              <a:latin typeface="+mn-lt"/>
            </a:endParaRPr>
          </a:p>
          <a:p>
            <a:pPr marL="177800" indent="-177800" algn="just">
              <a:spcBef>
                <a:spcPts val="600"/>
              </a:spcBef>
              <a:spcAft>
                <a:spcPts val="0"/>
              </a:spcAft>
              <a:buFont typeface="Wingdings" pitchFamily="2" charset="2"/>
              <a:buChar char="§"/>
            </a:pPr>
            <a:endParaRPr lang="fr-FR" dirty="0">
              <a:latin typeface="+mn-lt"/>
            </a:endParaRPr>
          </a:p>
          <a:p>
            <a:pPr marL="177800" indent="-177800" algn="just">
              <a:spcBef>
                <a:spcPts val="600"/>
              </a:spcBef>
              <a:spcAft>
                <a:spcPts val="0"/>
              </a:spcAft>
              <a:buFont typeface="Wingdings" pitchFamily="2" charset="2"/>
              <a:buChar char="§"/>
            </a:pPr>
            <a:r>
              <a:rPr lang="fr-FR" dirty="0">
                <a:latin typeface="+mn-lt"/>
              </a:rPr>
              <a:t>Le mécanisme de communication sur le réseau est matérialisé par un </a:t>
            </a:r>
            <a:r>
              <a:rPr lang="fr-FR" dirty="0">
                <a:solidFill>
                  <a:srgbClr val="0000CC"/>
                </a:solidFill>
                <a:latin typeface="+mn-lt"/>
              </a:rPr>
              <a:t>jeton</a:t>
            </a:r>
            <a:r>
              <a:rPr lang="fr-FR" dirty="0">
                <a:latin typeface="+mn-lt"/>
              </a:rPr>
              <a:t> d’anneau qui passe de poste en poste permettant le transport des données sur le réseau. Ce protocole est connu sous terme de </a:t>
            </a:r>
            <a:r>
              <a:rPr lang="fr-FR" dirty="0" err="1">
                <a:solidFill>
                  <a:srgbClr val="0000CC"/>
                </a:solidFill>
                <a:latin typeface="+mn-lt"/>
              </a:rPr>
              <a:t>Token</a:t>
            </a:r>
            <a:r>
              <a:rPr lang="fr-FR" dirty="0">
                <a:solidFill>
                  <a:srgbClr val="0000CC"/>
                </a:solidFill>
                <a:latin typeface="+mn-lt"/>
              </a:rPr>
              <a:t> Ring</a:t>
            </a:r>
            <a:r>
              <a:rPr lang="fr-FR" dirty="0">
                <a:latin typeface="+mn-lt"/>
              </a:rPr>
              <a:t>.</a:t>
            </a:r>
          </a:p>
          <a:p>
            <a:pPr marL="177800" indent="-177800" algn="just">
              <a:spcBef>
                <a:spcPts val="600"/>
              </a:spcBef>
              <a:spcAft>
                <a:spcPts val="0"/>
              </a:spcAft>
              <a:buFont typeface="Wingdings" pitchFamily="2" charset="2"/>
              <a:buChar char="§"/>
            </a:pPr>
            <a:r>
              <a:rPr lang="fr-FR" dirty="0">
                <a:latin typeface="+mn-lt"/>
              </a:rPr>
              <a:t>Le </a:t>
            </a:r>
            <a:r>
              <a:rPr lang="fr-FR" dirty="0">
                <a:solidFill>
                  <a:srgbClr val="C00000"/>
                </a:solidFill>
                <a:latin typeface="+mn-lt"/>
              </a:rPr>
              <a:t>FDDI</a:t>
            </a:r>
            <a:r>
              <a:rPr lang="fr-FR" dirty="0">
                <a:latin typeface="+mn-lt"/>
              </a:rPr>
              <a:t> (</a:t>
            </a:r>
            <a:r>
              <a:rPr lang="fr-FR" dirty="0" err="1">
                <a:solidFill>
                  <a:srgbClr val="C00000"/>
                </a:solidFill>
                <a:latin typeface="+mn-lt"/>
              </a:rPr>
              <a:t>F</a:t>
            </a:r>
            <a:r>
              <a:rPr lang="fr-FR" dirty="0" err="1">
                <a:latin typeface="+mn-lt"/>
              </a:rPr>
              <a:t>iber</a:t>
            </a:r>
            <a:r>
              <a:rPr lang="fr-FR" dirty="0">
                <a:latin typeface="+mn-lt"/>
              </a:rPr>
              <a:t> </a:t>
            </a:r>
            <a:r>
              <a:rPr lang="fr-FR" dirty="0" err="1">
                <a:solidFill>
                  <a:srgbClr val="C00000"/>
                </a:solidFill>
                <a:latin typeface="+mn-lt"/>
              </a:rPr>
              <a:t>D</a:t>
            </a:r>
            <a:r>
              <a:rPr lang="fr-FR" dirty="0" err="1">
                <a:latin typeface="+mn-lt"/>
              </a:rPr>
              <a:t>istributed</a:t>
            </a:r>
            <a:r>
              <a:rPr lang="fr-FR" dirty="0">
                <a:latin typeface="+mn-lt"/>
              </a:rPr>
              <a:t> </a:t>
            </a:r>
            <a:r>
              <a:rPr lang="fr-FR" dirty="0">
                <a:solidFill>
                  <a:srgbClr val="C00000"/>
                </a:solidFill>
                <a:latin typeface="+mn-lt"/>
              </a:rPr>
              <a:t>D</a:t>
            </a:r>
            <a:r>
              <a:rPr lang="fr-FR" dirty="0">
                <a:latin typeface="+mn-lt"/>
              </a:rPr>
              <a:t>ata </a:t>
            </a:r>
            <a:r>
              <a:rPr lang="fr-FR" dirty="0">
                <a:solidFill>
                  <a:srgbClr val="C00000"/>
                </a:solidFill>
                <a:latin typeface="+mn-lt"/>
              </a:rPr>
              <a:t>I</a:t>
            </a:r>
            <a:r>
              <a:rPr lang="fr-FR" dirty="0">
                <a:latin typeface="+mn-lt"/>
              </a:rPr>
              <a:t>nterface) est une paire d’anneaux (</a:t>
            </a:r>
            <a:r>
              <a:rPr lang="fr-FR" dirty="0"/>
              <a:t>double anneaux)</a:t>
            </a:r>
            <a:r>
              <a:rPr lang="fr-FR" dirty="0">
                <a:latin typeface="+mn-lt"/>
              </a:rPr>
              <a:t>, l’ajout du second anneau permet la tolérance de panne du premier anneau.</a:t>
            </a:r>
          </a:p>
        </p:txBody>
      </p:sp>
      <p:sp>
        <p:nvSpPr>
          <p:cNvPr id="10"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11"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pic>
        <p:nvPicPr>
          <p:cNvPr id="172034" name="Picture 2" descr="topologie en annea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10" y="2060810"/>
            <a:ext cx="3178736" cy="2412000"/>
          </a:xfrm>
          <a:prstGeom prst="rect">
            <a:avLst/>
          </a:prstGeom>
          <a:noFill/>
          <a:extLst>
            <a:ext uri="{909E8E84-426E-40DD-AFC4-6F175D3DCCD1}">
              <a14:hiddenFill xmlns:a14="http://schemas.microsoft.com/office/drawing/2010/main">
                <a:solidFill>
                  <a:srgbClr val="FFFFFF"/>
                </a:solidFill>
              </a14:hiddenFill>
            </a:ext>
          </a:extLst>
        </p:spPr>
      </p:pic>
      <p:pic>
        <p:nvPicPr>
          <p:cNvPr id="17203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87060" y="2127900"/>
            <a:ext cx="2457450"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39827866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2034"/>
                                        </p:tgtEl>
                                        <p:attrNameLst>
                                          <p:attrName>style.visibility</p:attrName>
                                        </p:attrNameLst>
                                      </p:cBhvr>
                                      <p:to>
                                        <p:strVal val="visible"/>
                                      </p:to>
                                    </p:set>
                                    <p:animEffect transition="in" filter="barn(inVertical)">
                                      <p:cBhvr>
                                        <p:cTn id="7" dur="500"/>
                                        <p:tgtEl>
                                          <p:spTgt spid="17203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8" end="8"/>
                                            </p:txEl>
                                          </p:spTgt>
                                        </p:tgtEl>
                                        <p:attrNameLst>
                                          <p:attrName>style.visibility</p:attrName>
                                        </p:attrNameLst>
                                      </p:cBhvr>
                                      <p:to>
                                        <p:strVal val="visible"/>
                                      </p:to>
                                    </p:set>
                                    <p:animEffect transition="in" filter="barn(inVertical)">
                                      <p:cBhvr>
                                        <p:cTn id="12" dur="500"/>
                                        <p:tgtEl>
                                          <p:spTgt spid="2">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animEffect transition="in" filter="barn(inVertical)">
                                      <p:cBhvr>
                                        <p:cTn id="1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2862322"/>
          </a:xfrm>
          <a:prstGeom prst="rect">
            <a:avLst/>
          </a:prstGeom>
        </p:spPr>
        <p:txBody>
          <a:bodyPr>
            <a:spAutoFit/>
          </a:bodyPr>
          <a:lstStyle/>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2" name="Rectangle 1"/>
          <p:cNvSpPr/>
          <p:nvPr/>
        </p:nvSpPr>
        <p:spPr>
          <a:xfrm>
            <a:off x="395420" y="980660"/>
            <a:ext cx="8641200" cy="5786199"/>
          </a:xfrm>
          <a:prstGeom prst="rect">
            <a:avLst/>
          </a:prstGeom>
        </p:spPr>
        <p:txBody>
          <a:bodyPr wrap="square">
            <a:spAutoFit/>
          </a:bodyPr>
          <a:lstStyle/>
          <a:p>
            <a:pPr marL="342900" indent="-342900" algn="just">
              <a:buClr>
                <a:srgbClr val="0000CC"/>
              </a:buClr>
              <a:buFont typeface="Wingdings" pitchFamily="2" charset="2"/>
              <a:buChar char="q"/>
            </a:pPr>
            <a:r>
              <a:rPr lang="fr-FR" b="1" dirty="0">
                <a:solidFill>
                  <a:srgbClr val="0000CC"/>
                </a:solidFill>
              </a:rPr>
              <a:t>Topologie en étoile</a:t>
            </a:r>
            <a:endParaRPr lang="fr-FR" b="1" dirty="0">
              <a:latin typeface="+mn-lt"/>
            </a:endParaRPr>
          </a:p>
          <a:p>
            <a:pPr marL="177800" indent="-177800" algn="just">
              <a:buFont typeface="Wingdings" pitchFamily="2" charset="2"/>
              <a:buChar char="§"/>
            </a:pPr>
            <a:r>
              <a:rPr lang="fr-FR" dirty="0">
                <a:latin typeface="+mn-lt"/>
              </a:rPr>
              <a:t>Dans un réseau en étoile, les périphériques sont connectés à un </a:t>
            </a:r>
            <a:r>
              <a:rPr lang="fr-FR" dirty="0"/>
              <a:t>ordinateur</a:t>
            </a:r>
            <a:r>
              <a:rPr lang="fr-FR" dirty="0">
                <a:latin typeface="+mn-lt"/>
              </a:rPr>
              <a:t> central appelé </a:t>
            </a:r>
            <a:r>
              <a:rPr lang="fr-FR" dirty="0">
                <a:solidFill>
                  <a:srgbClr val="0000CC"/>
                </a:solidFill>
                <a:latin typeface="+mn-lt"/>
              </a:rPr>
              <a:t>hub</a:t>
            </a:r>
            <a:r>
              <a:rPr lang="fr-FR" dirty="0">
                <a:latin typeface="+mn-lt"/>
              </a:rPr>
              <a:t> ou </a:t>
            </a:r>
            <a:r>
              <a:rPr lang="fr-FR" dirty="0" err="1">
                <a:solidFill>
                  <a:srgbClr val="0000CC"/>
                </a:solidFill>
                <a:latin typeface="+mn-lt"/>
              </a:rPr>
              <a:t>switch</a:t>
            </a:r>
            <a:r>
              <a:rPr lang="fr-FR" dirty="0">
                <a:latin typeface="+mn-lt"/>
              </a:rPr>
              <a:t>. Les nœuds communiquent sur le réseau en faisant passer simplement les données par ce hub.</a:t>
            </a: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r>
              <a:rPr lang="fr-FR" u="sng" dirty="0">
                <a:solidFill>
                  <a:srgbClr val="00B050"/>
                </a:solidFill>
                <a:latin typeface="+mn-lt"/>
              </a:rPr>
              <a:t>Avantage principal</a:t>
            </a:r>
            <a:r>
              <a:rPr lang="fr-FR" dirty="0">
                <a:latin typeface="+mn-lt"/>
              </a:rPr>
              <a:t>: Dans un réseau en étoile, un nœud qui se verrait être défectueux n'affectera pas le reste du réseau.</a:t>
            </a:r>
          </a:p>
          <a:p>
            <a:pPr marL="177800" indent="-177800" algn="just">
              <a:buFont typeface="Wingdings" pitchFamily="2" charset="2"/>
              <a:buChar char="§"/>
            </a:pPr>
            <a:r>
              <a:rPr lang="fr-FR" u="sng" dirty="0">
                <a:solidFill>
                  <a:srgbClr val="C00000"/>
                </a:solidFill>
                <a:latin typeface="+mn-lt"/>
              </a:rPr>
              <a:t>Inconvénient principal</a:t>
            </a:r>
            <a:r>
              <a:rPr lang="fr-FR" dirty="0">
                <a:latin typeface="+mn-lt"/>
              </a:rPr>
              <a:t>: Si l'ordinateur central qui fait office de hub tombe en panne, c'est l'ensemble du réseau qui deviendra inutilisable.</a:t>
            </a:r>
          </a:p>
        </p:txBody>
      </p:sp>
      <p:sp>
        <p:nvSpPr>
          <p:cNvPr id="10"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11"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pic>
        <p:nvPicPr>
          <p:cNvPr id="17305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1761" y="2414040"/>
            <a:ext cx="3990000" cy="288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71952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83919758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3059"/>
                                        </p:tgtEl>
                                        <p:attrNameLst>
                                          <p:attrName>style.visibility</p:attrName>
                                        </p:attrNameLst>
                                      </p:cBhvr>
                                      <p:to>
                                        <p:strVal val="visible"/>
                                      </p:to>
                                    </p:set>
                                    <p:animEffect transition="in" filter="barn(inVertical)">
                                      <p:cBhvr>
                                        <p:cTn id="7" dur="500"/>
                                        <p:tgtEl>
                                          <p:spTgt spid="173059"/>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8" end="8"/>
                                            </p:txEl>
                                          </p:spTgt>
                                        </p:tgtEl>
                                        <p:attrNameLst>
                                          <p:attrName>style.visibility</p:attrName>
                                        </p:attrNameLst>
                                      </p:cBhvr>
                                      <p:to>
                                        <p:strVal val="visible"/>
                                      </p:to>
                                    </p:set>
                                    <p:animEffect transition="in" filter="barn(inVertical)">
                                      <p:cBhvr>
                                        <p:cTn id="12" dur="500"/>
                                        <p:tgtEl>
                                          <p:spTgt spid="2">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9" end="9"/>
                                            </p:txEl>
                                          </p:spTgt>
                                        </p:tgtEl>
                                        <p:attrNameLst>
                                          <p:attrName>style.visibility</p:attrName>
                                        </p:attrNameLst>
                                      </p:cBhvr>
                                      <p:to>
                                        <p:strVal val="visible"/>
                                      </p:to>
                                    </p:set>
                                    <p:animEffect transition="in" filter="barn(inVertical)">
                                      <p:cBhvr>
                                        <p:cTn id="17" dur="500"/>
                                        <p:tgtEl>
                                          <p:spTgt spid="2">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2862322"/>
          </a:xfrm>
          <a:prstGeom prst="rect">
            <a:avLst/>
          </a:prstGeom>
        </p:spPr>
        <p:txBody>
          <a:bodyPr>
            <a:spAutoFit/>
          </a:bodyPr>
          <a:lstStyle/>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2" name="Rectangle 1"/>
          <p:cNvSpPr/>
          <p:nvPr/>
        </p:nvSpPr>
        <p:spPr>
          <a:xfrm>
            <a:off x="395420" y="980660"/>
            <a:ext cx="8641200" cy="5478423"/>
          </a:xfrm>
          <a:prstGeom prst="rect">
            <a:avLst/>
          </a:prstGeom>
        </p:spPr>
        <p:txBody>
          <a:bodyPr wrap="square">
            <a:spAutoFit/>
          </a:bodyPr>
          <a:lstStyle/>
          <a:p>
            <a:pPr marL="342900" indent="-342900" algn="just">
              <a:buClr>
                <a:srgbClr val="0000CC"/>
              </a:buClr>
              <a:buFont typeface="Wingdings" pitchFamily="2" charset="2"/>
              <a:buChar char="q"/>
            </a:pPr>
            <a:r>
              <a:rPr lang="fr-FR" b="1" dirty="0">
                <a:solidFill>
                  <a:srgbClr val="0000CC"/>
                </a:solidFill>
              </a:rPr>
              <a:t>Topologie en étoile étendue</a:t>
            </a:r>
            <a:endParaRPr lang="fr-FR" b="1" dirty="0">
              <a:latin typeface="+mn-lt"/>
            </a:endParaRPr>
          </a:p>
          <a:p>
            <a:pPr marL="177800" indent="-177800" algn="just">
              <a:spcAft>
                <a:spcPts val="1200"/>
              </a:spcAft>
              <a:buFont typeface="Wingdings" pitchFamily="2" charset="2"/>
              <a:buChar char="§"/>
            </a:pPr>
            <a:r>
              <a:rPr lang="fr-FR" dirty="0">
                <a:latin typeface="+mn-lt"/>
              </a:rPr>
              <a:t>Cette topologie est identique à la topologie en étoile si ce n’est que chaque nœud connecté au nœud central est également le centre d’une autre étoile.</a:t>
            </a: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u="sng" dirty="0">
              <a:solidFill>
                <a:srgbClr val="00B050"/>
              </a:solidFill>
              <a:latin typeface="+mn-lt"/>
            </a:endParaRPr>
          </a:p>
          <a:p>
            <a:pPr marL="177800" indent="-177800" algn="just">
              <a:buFont typeface="Wingdings" pitchFamily="2" charset="2"/>
              <a:buChar char="§"/>
            </a:pPr>
            <a:r>
              <a:rPr lang="fr-FR" dirty="0">
                <a:latin typeface="+mn-lt"/>
              </a:rPr>
              <a:t>Dans cette figure Plusieurs topologies en étoiles reliées par un périphérique réseau central (routeur). C’est la topologie la plus couramment utilisée.</a:t>
            </a:r>
          </a:p>
        </p:txBody>
      </p:sp>
      <p:sp>
        <p:nvSpPr>
          <p:cNvPr id="10" name="Text Box 9"/>
          <p:cNvSpPr txBox="1">
            <a:spLocks noChangeArrowheads="1"/>
          </p:cNvSpPr>
          <p:nvPr/>
        </p:nvSpPr>
        <p:spPr bwMode="auto">
          <a:xfrm>
            <a:off x="53975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11"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pic>
        <p:nvPicPr>
          <p:cNvPr id="17408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688" y="2204830"/>
            <a:ext cx="4238625"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716739957"/>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4082"/>
                                        </p:tgtEl>
                                        <p:attrNameLst>
                                          <p:attrName>style.visibility</p:attrName>
                                        </p:attrNameLst>
                                      </p:cBhvr>
                                      <p:to>
                                        <p:strVal val="visible"/>
                                      </p:to>
                                    </p:set>
                                    <p:animEffect transition="in" filter="barn(inVertical)">
                                      <p:cBhvr>
                                        <p:cTn id="7" dur="500"/>
                                        <p:tgtEl>
                                          <p:spTgt spid="17408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8" end="8"/>
                                            </p:txEl>
                                          </p:spTgt>
                                        </p:tgtEl>
                                        <p:attrNameLst>
                                          <p:attrName>style.visibility</p:attrName>
                                        </p:attrNameLst>
                                      </p:cBhvr>
                                      <p:to>
                                        <p:strVal val="visible"/>
                                      </p:to>
                                    </p:set>
                                    <p:animEffect transition="in" filter="barn(inVertical)">
                                      <p:cBhvr>
                                        <p:cTn id="12"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2862322"/>
          </a:xfrm>
          <a:prstGeom prst="rect">
            <a:avLst/>
          </a:prstGeom>
        </p:spPr>
        <p:txBody>
          <a:bodyPr>
            <a:spAutoFit/>
          </a:bodyPr>
          <a:lstStyle/>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2" name="Rectangle 1"/>
          <p:cNvSpPr/>
          <p:nvPr/>
        </p:nvSpPr>
        <p:spPr>
          <a:xfrm>
            <a:off x="395420" y="980660"/>
            <a:ext cx="8641200" cy="5786199"/>
          </a:xfrm>
          <a:prstGeom prst="rect">
            <a:avLst/>
          </a:prstGeom>
        </p:spPr>
        <p:txBody>
          <a:bodyPr wrap="square">
            <a:spAutoFit/>
          </a:bodyPr>
          <a:lstStyle/>
          <a:p>
            <a:pPr marL="342900" indent="-342900" algn="just">
              <a:buClr>
                <a:srgbClr val="0000CC"/>
              </a:buClr>
              <a:buFont typeface="Wingdings" pitchFamily="2" charset="2"/>
              <a:buChar char="q"/>
            </a:pPr>
            <a:r>
              <a:rPr lang="fr-FR" b="1" dirty="0">
                <a:solidFill>
                  <a:srgbClr val="0000CC"/>
                </a:solidFill>
              </a:rPr>
              <a:t>Topologie maillée (</a:t>
            </a:r>
            <a:r>
              <a:rPr lang="fr-FR" b="1" dirty="0" err="1">
                <a:solidFill>
                  <a:srgbClr val="0000CC"/>
                </a:solidFill>
              </a:rPr>
              <a:t>Mesh</a:t>
            </a:r>
            <a:r>
              <a:rPr lang="fr-FR" b="1" dirty="0">
                <a:solidFill>
                  <a:srgbClr val="0000CC"/>
                </a:solidFill>
              </a:rPr>
              <a:t>)</a:t>
            </a:r>
            <a:endParaRPr lang="fr-FR" b="1" dirty="0">
              <a:latin typeface="+mn-lt"/>
            </a:endParaRPr>
          </a:p>
          <a:p>
            <a:pPr marL="177800" indent="-177800" algn="just">
              <a:spcBef>
                <a:spcPts val="600"/>
              </a:spcBef>
              <a:spcAft>
                <a:spcPts val="0"/>
              </a:spcAft>
              <a:buFont typeface="Wingdings" pitchFamily="2" charset="2"/>
              <a:buChar char="§"/>
            </a:pPr>
            <a:r>
              <a:rPr lang="fr-FR" dirty="0">
                <a:latin typeface="+mn-lt"/>
              </a:rPr>
              <a:t>Chaque hôte est connecté avec tous les autres.</a:t>
            </a:r>
          </a:p>
          <a:p>
            <a:pPr marL="177800" indent="-177800" algn="just">
              <a:spcBef>
                <a:spcPts val="600"/>
              </a:spcBef>
              <a:spcAft>
                <a:spcPts val="0"/>
              </a:spcAft>
              <a:buFont typeface="Wingdings" pitchFamily="2" charset="2"/>
              <a:buChar char="§"/>
            </a:pPr>
            <a:r>
              <a:rPr lang="fr-FR" dirty="0">
                <a:latin typeface="+mn-lt"/>
              </a:rPr>
              <a:t>Cette topologie est utilisée dans des structures qui n’acceptent pas des ruptures de communication (ex: contrôle des centres nucléaire, routeur assurant la connexion Internet).</a:t>
            </a: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u="sng" dirty="0">
              <a:solidFill>
                <a:srgbClr val="00B050"/>
              </a:solidFill>
              <a:latin typeface="+mn-lt"/>
            </a:endParaRPr>
          </a:p>
          <a:p>
            <a:pPr marL="177800" indent="-177800" algn="just">
              <a:buFont typeface="Wingdings" pitchFamily="2" charset="2"/>
              <a:buChar char="§"/>
            </a:pPr>
            <a:r>
              <a:rPr lang="fr-FR" dirty="0">
                <a:latin typeface="+mn-lt"/>
              </a:rPr>
              <a:t>L'inconvénient de cette topologie est le nombre de liaisons nécessaires qui devient très élevé lorsque le nombre de terminaux l'est.</a:t>
            </a:r>
          </a:p>
          <a:p>
            <a:pPr marL="177800" indent="-177800" algn="just">
              <a:buFont typeface="Wingdings" pitchFamily="2" charset="2"/>
              <a:buChar char="§"/>
            </a:pPr>
            <a:r>
              <a:rPr lang="fr-FR" dirty="0">
                <a:latin typeface="+mn-lt"/>
              </a:rPr>
              <a:t>Pour </a:t>
            </a:r>
            <a:r>
              <a:rPr lang="fr-FR" b="1" dirty="0">
                <a:solidFill>
                  <a:srgbClr val="C00000"/>
                </a:solidFill>
                <a:latin typeface="+mn-lt"/>
              </a:rPr>
              <a:t>N</a:t>
            </a:r>
            <a:r>
              <a:rPr lang="fr-FR" b="1" dirty="0">
                <a:latin typeface="+mn-lt"/>
              </a:rPr>
              <a:t> </a:t>
            </a:r>
            <a:r>
              <a:rPr lang="fr-FR" dirty="0">
                <a:latin typeface="+mn-lt"/>
              </a:rPr>
              <a:t>terminaux, le nombre de liaisons nécessaires est de: </a:t>
            </a:r>
            <a:r>
              <a:rPr lang="fr-FR" b="1" dirty="0">
                <a:solidFill>
                  <a:srgbClr val="C00000"/>
                </a:solidFill>
                <a:latin typeface="+mn-lt"/>
              </a:rPr>
              <a:t>N*(N-1)/2</a:t>
            </a:r>
          </a:p>
        </p:txBody>
      </p:sp>
      <p:sp>
        <p:nvSpPr>
          <p:cNvPr id="10" name="Text Box 9"/>
          <p:cNvSpPr txBox="1">
            <a:spLocks noChangeArrowheads="1"/>
          </p:cNvSpPr>
          <p:nvPr/>
        </p:nvSpPr>
        <p:spPr bwMode="auto">
          <a:xfrm>
            <a:off x="611450" y="34693"/>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11"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pic>
        <p:nvPicPr>
          <p:cNvPr id="175106" name="Picture 2" descr="https://scr.sad.supinfo.com/articles/resources/209071/7027/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5770" y="2708900"/>
            <a:ext cx="3431127" cy="2844000"/>
          </a:xfrm>
          <a:prstGeom prst="rect">
            <a:avLst/>
          </a:prstGeom>
          <a:noFill/>
          <a:extLst>
            <a:ext uri="{909E8E84-426E-40DD-AFC4-6F175D3DCCD1}">
              <a14:hiddenFill xmlns:a14="http://schemas.microsoft.com/office/drawing/2010/main">
                <a:solidFill>
                  <a:srgbClr val="FFFFFF"/>
                </a:solidFill>
              </a14:hiddenFill>
            </a:ext>
          </a:extLst>
        </p:spPr>
      </p:pic>
      <p:sp>
        <p:nvSpPr>
          <p:cNvPr id="9" name="Virage 8"/>
          <p:cNvSpPr/>
          <p:nvPr/>
        </p:nvSpPr>
        <p:spPr bwMode="auto">
          <a:xfrm flipV="1">
            <a:off x="75547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60804412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5106"/>
                                        </p:tgtEl>
                                        <p:attrNameLst>
                                          <p:attrName>style.visibility</p:attrName>
                                        </p:attrNameLst>
                                      </p:cBhvr>
                                      <p:to>
                                        <p:strVal val="visible"/>
                                      </p:to>
                                    </p:set>
                                    <p:animEffect transition="in" filter="barn(inVertical)">
                                      <p:cBhvr>
                                        <p:cTn id="7" dur="500"/>
                                        <p:tgtEl>
                                          <p:spTgt spid="17510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xEl>
                                              <p:pRg st="9" end="9"/>
                                            </p:txEl>
                                          </p:spTgt>
                                        </p:tgtEl>
                                        <p:attrNameLst>
                                          <p:attrName>style.visibility</p:attrName>
                                        </p:attrNameLst>
                                      </p:cBhvr>
                                      <p:to>
                                        <p:strVal val="visible"/>
                                      </p:to>
                                    </p:set>
                                    <p:animEffect transition="in" filter="barn(inVertical)">
                                      <p:cBhvr>
                                        <p:cTn id="12" dur="500"/>
                                        <p:tgtEl>
                                          <p:spTgt spid="2">
                                            <p:txEl>
                                              <p:pRg st="9" end="9"/>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10" end="10"/>
                                            </p:txEl>
                                          </p:spTgt>
                                        </p:tgtEl>
                                        <p:attrNameLst>
                                          <p:attrName>style.visibility</p:attrName>
                                        </p:attrNameLst>
                                      </p:cBhvr>
                                      <p:to>
                                        <p:strVal val="visible"/>
                                      </p:to>
                                    </p:set>
                                    <p:animEffect transition="in" filter="barn(inVertical)">
                                      <p:cBhvr>
                                        <p:cTn id="17"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500063" y="981075"/>
            <a:ext cx="8215312" cy="2862322"/>
          </a:xfrm>
          <a:prstGeom prst="rect">
            <a:avLst/>
          </a:prstGeom>
        </p:spPr>
        <p:txBody>
          <a:bodyPr>
            <a:spAutoFit/>
          </a:bodyPr>
          <a:lstStyle/>
          <a:p>
            <a:pPr algn="just">
              <a:spcBef>
                <a:spcPts val="0"/>
              </a:spcBef>
              <a:defRPr/>
            </a:pPr>
            <a:endParaRPr lang="fr-FR" dirty="0">
              <a:solidFill>
                <a:srgbClr val="333333"/>
              </a:solidFill>
              <a:latin typeface="+mn-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723900" lvl="1" indent="-266700">
              <a:spcBef>
                <a:spcPts val="0"/>
              </a:spcBef>
              <a:spcAft>
                <a:spcPts val="1200"/>
              </a:spcAft>
              <a:defRPr/>
            </a:pPr>
            <a:endParaRPr lang="fr-FR" sz="1800" dirty="0">
              <a:latin typeface="+mj-lt"/>
              <a:cs typeface="Arial" charset="0"/>
            </a:endParaRPr>
          </a:p>
          <a:p>
            <a:pPr marL="0" lvl="1">
              <a:spcBef>
                <a:spcPts val="0"/>
              </a:spcBef>
              <a:defRPr/>
            </a:pPr>
            <a:endParaRPr lang="fr-FR" dirty="0">
              <a:latin typeface="+mj-lt"/>
              <a:cs typeface="Arial" charset="0"/>
            </a:endParaRPr>
          </a:p>
        </p:txBody>
      </p:sp>
      <p:sp>
        <p:nvSpPr>
          <p:cNvPr id="2" name="Rectangle 1"/>
          <p:cNvSpPr/>
          <p:nvPr/>
        </p:nvSpPr>
        <p:spPr>
          <a:xfrm>
            <a:off x="395420" y="908650"/>
            <a:ext cx="8641200" cy="8171468"/>
          </a:xfrm>
          <a:prstGeom prst="rect">
            <a:avLst/>
          </a:prstGeom>
        </p:spPr>
        <p:txBody>
          <a:bodyPr wrap="square">
            <a:spAutoFit/>
          </a:bodyPr>
          <a:lstStyle/>
          <a:p>
            <a:pPr marL="342900" indent="-342900" algn="just">
              <a:spcBef>
                <a:spcPts val="0"/>
              </a:spcBef>
              <a:buClr>
                <a:srgbClr val="0000CC"/>
              </a:buClr>
              <a:buFont typeface="Wingdings" pitchFamily="2" charset="2"/>
              <a:buChar char="q"/>
            </a:pPr>
            <a:r>
              <a:rPr lang="fr-FR" b="1" dirty="0">
                <a:solidFill>
                  <a:srgbClr val="0000CC"/>
                </a:solidFill>
              </a:rPr>
              <a:t>Topologie hiérarchique</a:t>
            </a:r>
            <a:endParaRPr lang="fr-FR" b="1" dirty="0">
              <a:latin typeface="+mn-lt"/>
            </a:endParaRPr>
          </a:p>
          <a:p>
            <a:pPr marL="177800" indent="-177800" algn="just">
              <a:spcBef>
                <a:spcPts val="600"/>
              </a:spcBef>
              <a:buFont typeface="Wingdings" pitchFamily="2" charset="2"/>
              <a:buChar char="§"/>
            </a:pPr>
            <a:r>
              <a:rPr lang="fr-FR" dirty="0">
                <a:latin typeface="+mn-lt"/>
              </a:rPr>
              <a:t>Pour rendre modulable un réseau et pour pouvoir facilement l'agrandir, il est recommandé de l’organiser en hiérarchiser. Cela permet de:</a:t>
            </a:r>
          </a:p>
          <a:p>
            <a:pPr marL="450850" indent="-177800" algn="just">
              <a:spcBef>
                <a:spcPts val="600"/>
              </a:spcBef>
              <a:buFont typeface="Arial" pitchFamily="34" charset="0"/>
              <a:buChar char="•"/>
            </a:pPr>
            <a:r>
              <a:rPr lang="fr-FR" dirty="0">
                <a:latin typeface="+mn-lt"/>
              </a:rPr>
              <a:t>Simplifier son administration;</a:t>
            </a:r>
          </a:p>
          <a:p>
            <a:pPr marL="450850" indent="-177800" algn="just">
              <a:spcBef>
                <a:spcPts val="600"/>
              </a:spcBef>
              <a:buFont typeface="Arial" pitchFamily="34" charset="0"/>
              <a:buChar char="•"/>
            </a:pPr>
            <a:r>
              <a:rPr lang="fr-FR" dirty="0">
                <a:latin typeface="+mn-lt"/>
              </a:rPr>
              <a:t>Isoler rapidement les problèmes.</a:t>
            </a:r>
          </a:p>
          <a:p>
            <a:pPr marL="177800" indent="-177800" algn="just">
              <a:spcBef>
                <a:spcPts val="600"/>
              </a:spcBef>
              <a:buFont typeface="Wingdings" pitchFamily="2" charset="2"/>
              <a:buChar char="§"/>
            </a:pPr>
            <a:r>
              <a:rPr lang="fr-FR" b="1" dirty="0">
                <a:solidFill>
                  <a:srgbClr val="C00000"/>
                </a:solidFill>
                <a:latin typeface="+mn-lt"/>
              </a:rPr>
              <a:t>Exemple</a:t>
            </a:r>
            <a:r>
              <a:rPr lang="fr-FR" dirty="0">
                <a:latin typeface="+mn-lt"/>
              </a:rPr>
              <a:t>: hiérarchie de 3 couches, inventé et diffusé par Cisco «</a:t>
            </a:r>
            <a:r>
              <a:rPr lang="fr-FR" dirty="0" err="1">
                <a:latin typeface="+mn-lt"/>
              </a:rPr>
              <a:t>tree</a:t>
            </a:r>
            <a:r>
              <a:rPr lang="fr-FR" dirty="0">
                <a:latin typeface="+mn-lt"/>
              </a:rPr>
              <a:t>- </a:t>
            </a:r>
            <a:r>
              <a:rPr lang="fr-FR" dirty="0" err="1">
                <a:latin typeface="+mn-lt"/>
              </a:rPr>
              <a:t>layers</a:t>
            </a:r>
            <a:r>
              <a:rPr lang="fr-FR" dirty="0">
                <a:latin typeface="+mn-lt"/>
              </a:rPr>
              <a:t> </a:t>
            </a:r>
            <a:r>
              <a:rPr lang="fr-FR" dirty="0" err="1">
                <a:latin typeface="+mn-lt"/>
              </a:rPr>
              <a:t>hierarchical</a:t>
            </a:r>
            <a:r>
              <a:rPr lang="fr-FR" dirty="0">
                <a:latin typeface="+mn-lt"/>
              </a:rPr>
              <a:t> internet </a:t>
            </a:r>
            <a:r>
              <a:rPr lang="fr-FR" dirty="0" err="1">
                <a:latin typeface="+mn-lt"/>
              </a:rPr>
              <a:t>working</a:t>
            </a:r>
            <a:r>
              <a:rPr lang="fr-FR" dirty="0">
                <a:latin typeface="+mn-lt"/>
              </a:rPr>
              <a:t> design»</a:t>
            </a: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endParaRPr lang="fr-FR" dirty="0">
              <a:latin typeface="+mn-lt"/>
            </a:endParaRPr>
          </a:p>
          <a:p>
            <a:pPr marL="177800" indent="-177800" algn="just">
              <a:spcBef>
                <a:spcPts val="0"/>
              </a:spcBef>
              <a:buFont typeface="Wingdings" pitchFamily="2" charset="2"/>
              <a:buChar char="§"/>
            </a:pPr>
            <a:r>
              <a:rPr lang="fr-FR" dirty="0">
                <a:latin typeface="+mn-lt"/>
              </a:rPr>
              <a:t>Ces trois couches sont: la couche </a:t>
            </a:r>
            <a:r>
              <a:rPr lang="fr-FR" b="1" dirty="0">
                <a:solidFill>
                  <a:srgbClr val="C00000"/>
                </a:solidFill>
                <a:latin typeface="+mn-lt"/>
              </a:rPr>
              <a:t>cœur</a:t>
            </a:r>
            <a:r>
              <a:rPr lang="fr-FR" dirty="0">
                <a:latin typeface="+mn-lt"/>
              </a:rPr>
              <a:t>, ,la couche </a:t>
            </a:r>
            <a:r>
              <a:rPr lang="fr-FR" b="1" dirty="0">
                <a:solidFill>
                  <a:srgbClr val="C00000"/>
                </a:solidFill>
                <a:latin typeface="+mn-lt"/>
              </a:rPr>
              <a:t>distribution</a:t>
            </a:r>
            <a:r>
              <a:rPr lang="fr-FR" dirty="0">
                <a:latin typeface="+mn-lt"/>
              </a:rPr>
              <a:t> et la couche </a:t>
            </a:r>
            <a:r>
              <a:rPr lang="fr-FR" b="1" dirty="0">
                <a:solidFill>
                  <a:srgbClr val="C00000"/>
                </a:solidFill>
                <a:latin typeface="+mn-lt"/>
              </a:rPr>
              <a:t>accès</a:t>
            </a:r>
            <a:r>
              <a:rPr lang="fr-FR" dirty="0">
                <a:latin typeface="+mn-lt"/>
              </a:rPr>
              <a:t>.</a:t>
            </a:r>
          </a:p>
          <a:p>
            <a:pPr marL="177800" indent="-177800" algn="just">
              <a:spcBef>
                <a:spcPts val="600"/>
              </a:spcBef>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marL="177800" indent="-177800" algn="just">
              <a:buFont typeface="Wingdings" pitchFamily="2" charset="2"/>
              <a:buChar char="§"/>
            </a:pPr>
            <a:endParaRPr lang="fr-FR" dirty="0">
              <a:latin typeface="+mn-lt"/>
            </a:endParaRPr>
          </a:p>
          <a:p>
            <a:pPr algn="just"/>
            <a:endParaRPr lang="fr-FR" dirty="0">
              <a:latin typeface="+mn-lt"/>
            </a:endParaRPr>
          </a:p>
        </p:txBody>
      </p:sp>
      <p:sp>
        <p:nvSpPr>
          <p:cNvPr id="10" name="Text Box 9"/>
          <p:cNvSpPr txBox="1">
            <a:spLocks noChangeArrowheads="1"/>
          </p:cNvSpPr>
          <p:nvPr/>
        </p:nvSpPr>
        <p:spPr bwMode="auto">
          <a:xfrm>
            <a:off x="64814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Classification des réseaux</a:t>
            </a:r>
          </a:p>
        </p:txBody>
      </p:sp>
      <p:sp>
        <p:nvSpPr>
          <p:cNvPr id="11" name="Rectangle 12"/>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a:solidFill>
                  <a:srgbClr val="000000"/>
                </a:solidFill>
                <a:latin typeface="Arial" pitchFamily="34" charset="0"/>
              </a:rPr>
              <a:t>Topologies </a:t>
            </a:r>
          </a:p>
        </p:txBody>
      </p:sp>
      <p:pic>
        <p:nvPicPr>
          <p:cNvPr id="17613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660" y="3429000"/>
            <a:ext cx="4761768" cy="262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75547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98327607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barn(inVertical)">
                                      <p:cBhvr>
                                        <p:cTn id="7" dur="500"/>
                                        <p:tgtEl>
                                          <p:spTgt spid="2">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6131"/>
                                        </p:tgtEl>
                                        <p:attrNameLst>
                                          <p:attrName>style.visibility</p:attrName>
                                        </p:attrNameLst>
                                      </p:cBhvr>
                                      <p:to>
                                        <p:strVal val="visible"/>
                                      </p:to>
                                    </p:set>
                                    <p:animEffect transition="in" filter="barn(inVertical)">
                                      <p:cBhvr>
                                        <p:cTn id="12" dur="500"/>
                                        <p:tgtEl>
                                          <p:spTgt spid="17613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
                                            <p:txEl>
                                              <p:pRg st="14" end="14"/>
                                            </p:txEl>
                                          </p:spTgt>
                                        </p:tgtEl>
                                        <p:attrNameLst>
                                          <p:attrName>style.visibility</p:attrName>
                                        </p:attrNameLst>
                                      </p:cBhvr>
                                      <p:to>
                                        <p:strVal val="visible"/>
                                      </p:to>
                                    </p:set>
                                    <p:animEffect transition="in" filter="barn(inVertical)">
                                      <p:cBhvr>
                                        <p:cTn id="17" dur="500"/>
                                        <p:tgtEl>
                                          <p:spTgt spid="2">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504120" y="-2748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Le réseau Internet</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MA" sz="2400" b="1" dirty="0">
                <a:solidFill>
                  <a:srgbClr val="000000"/>
                </a:solidFill>
                <a:latin typeface="Arial" pitchFamily="34" charset="0"/>
              </a:rPr>
              <a:t>Présentation</a:t>
            </a:r>
            <a:endParaRPr lang="fr-FR" sz="2400" b="1" dirty="0">
              <a:solidFill>
                <a:srgbClr val="000000"/>
              </a:solidFill>
              <a:latin typeface="Arial" pitchFamily="34" charset="0"/>
            </a:endParaRPr>
          </a:p>
        </p:txBody>
      </p:sp>
      <p:sp>
        <p:nvSpPr>
          <p:cNvPr id="7" name="Rectangle 6"/>
          <p:cNvSpPr/>
          <p:nvPr/>
        </p:nvSpPr>
        <p:spPr>
          <a:xfrm>
            <a:off x="500063" y="908650"/>
            <a:ext cx="8358187" cy="2092881"/>
          </a:xfrm>
          <a:prstGeom prst="rect">
            <a:avLst/>
          </a:prstGeom>
        </p:spPr>
        <p:txBody>
          <a:bodyPr>
            <a:spAutoFit/>
          </a:bodyPr>
          <a:lstStyle/>
          <a:p>
            <a:pPr marL="355600" indent="-342900" algn="just">
              <a:buClr>
                <a:srgbClr val="008080"/>
              </a:buClr>
              <a:buFont typeface="Wingdings" pitchFamily="2" charset="2"/>
              <a:buChar char="§"/>
              <a:tabLst>
                <a:tab pos="355600" algn="l"/>
              </a:tabLst>
              <a:defRPr/>
            </a:pPr>
            <a:r>
              <a:rPr lang="fr-FR" spc="-5" dirty="0">
                <a:solidFill>
                  <a:srgbClr val="333333"/>
                </a:solidFill>
                <a:latin typeface="Arial"/>
                <a:cs typeface="Arial"/>
              </a:rPr>
              <a:t>Réseau mondial associant des ressources de télécommunication et des ordinateurs serveurs et clients, destiné à l'échange de messages électroniques, d'informations multimédias et de fichiers. </a:t>
            </a:r>
          </a:p>
          <a:p>
            <a:pPr marL="355600" indent="-342900" algn="just">
              <a:buClr>
                <a:srgbClr val="008080"/>
              </a:buClr>
              <a:buFont typeface="Wingdings" pitchFamily="2" charset="2"/>
              <a:buChar char="§"/>
              <a:tabLst>
                <a:tab pos="355600" algn="l"/>
              </a:tabLst>
              <a:defRPr/>
            </a:pPr>
            <a:r>
              <a:rPr lang="fr-FR" spc="-5" dirty="0">
                <a:solidFill>
                  <a:srgbClr val="333333"/>
                </a:solidFill>
                <a:latin typeface="Arial"/>
                <a:cs typeface="Arial"/>
              </a:rPr>
              <a:t>C’est un réseau des réseaux à l'échelle mondiale qui effectue l’interconnexion d'un grand nombre de réseaux internationaux, régionaux et locaux, tous basés sur la pile de protocoles </a:t>
            </a:r>
            <a:r>
              <a:rPr lang="fr-FR" b="1" spc="-5" dirty="0">
                <a:solidFill>
                  <a:srgbClr val="333333"/>
                </a:solidFill>
                <a:latin typeface="Arial"/>
                <a:cs typeface="Arial"/>
              </a:rPr>
              <a:t>TCP/IP</a:t>
            </a:r>
            <a:r>
              <a:rPr lang="fr-FR" spc="-5" dirty="0">
                <a:solidFill>
                  <a:srgbClr val="333333"/>
                </a:solidFill>
                <a:latin typeface="Arial"/>
                <a:cs typeface="Arial"/>
              </a:rPr>
              <a:t>.</a:t>
            </a:r>
          </a:p>
        </p:txBody>
      </p:sp>
      <p:pic>
        <p:nvPicPr>
          <p:cNvPr id="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00188" y="3001531"/>
            <a:ext cx="6300787" cy="3799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9" name="Virage 8"/>
          <p:cNvSpPr/>
          <p:nvPr/>
        </p:nvSpPr>
        <p:spPr bwMode="auto">
          <a:xfrm flipV="1">
            <a:off x="658396" y="335972"/>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17748363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Vertical)">
                                      <p:cBhvr>
                                        <p:cTn id="7" dur="500"/>
                                        <p:tgtEl>
                                          <p:spTgt spid="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5761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Le réseau Internet</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Applications, Services et protocoles</a:t>
            </a:r>
          </a:p>
        </p:txBody>
      </p:sp>
      <p:sp>
        <p:nvSpPr>
          <p:cNvPr id="7" name="Rectangle 6"/>
          <p:cNvSpPr/>
          <p:nvPr/>
        </p:nvSpPr>
        <p:spPr>
          <a:xfrm>
            <a:off x="323410" y="974997"/>
            <a:ext cx="8643937" cy="5478423"/>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spc="-5" dirty="0">
                <a:solidFill>
                  <a:srgbClr val="0000CC"/>
                </a:solidFill>
                <a:latin typeface="Arial"/>
                <a:cs typeface="Arial"/>
              </a:rPr>
              <a:t>Internet comme enchevêtrement de:</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Réseaux</a:t>
            </a:r>
            <a:r>
              <a:rPr lang="fr-FR" spc="-5" dirty="0">
                <a:solidFill>
                  <a:srgbClr val="333333"/>
                </a:solidFill>
                <a:latin typeface="Arial"/>
                <a:cs typeface="Arial"/>
              </a:rPr>
              <a:t> : </a:t>
            </a:r>
            <a:r>
              <a:rPr lang="fr-FR" spc="-5" dirty="0" err="1">
                <a:solidFill>
                  <a:srgbClr val="333333"/>
                </a:solidFill>
                <a:latin typeface="Arial"/>
                <a:cs typeface="Arial"/>
              </a:rPr>
              <a:t>Internetworking</a:t>
            </a:r>
            <a:r>
              <a:rPr lang="fr-FR" spc="-5" dirty="0">
                <a:solidFill>
                  <a:srgbClr val="333333"/>
                </a:solidFill>
                <a:latin typeface="Arial"/>
                <a:cs typeface="Arial"/>
              </a:rPr>
              <a:t>, réseau de réseaux</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Protocoles</a:t>
            </a:r>
            <a:r>
              <a:rPr lang="fr-FR" spc="-5" dirty="0">
                <a:solidFill>
                  <a:srgbClr val="333333"/>
                </a:solidFill>
                <a:latin typeface="Arial"/>
                <a:cs typeface="Arial"/>
              </a:rPr>
              <a:t> :TCP, IP, HTTP, FTP, SMTP…</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Applications</a:t>
            </a:r>
            <a:r>
              <a:rPr lang="fr-FR" spc="-5" dirty="0">
                <a:solidFill>
                  <a:srgbClr val="333333"/>
                </a:solidFill>
                <a:latin typeface="Arial"/>
                <a:cs typeface="Arial"/>
              </a:rPr>
              <a:t> : Messagerie, WWW, chat, etc.</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Services</a:t>
            </a:r>
            <a:r>
              <a:rPr lang="fr-FR" spc="-5" dirty="0">
                <a:solidFill>
                  <a:srgbClr val="333333"/>
                </a:solidFill>
                <a:latin typeface="Arial"/>
                <a:cs typeface="Arial"/>
              </a:rPr>
              <a:t> : Communication, recherche d’information, publications…</a:t>
            </a:r>
          </a:p>
          <a:p>
            <a:pPr marL="177800" indent="-165100" algn="just">
              <a:spcBef>
                <a:spcPts val="2400"/>
              </a:spcBef>
              <a:buClr>
                <a:srgbClr val="008080"/>
              </a:buClr>
              <a:buFont typeface="Wingdings" pitchFamily="2" charset="2"/>
              <a:buChar char="§"/>
              <a:tabLst>
                <a:tab pos="355600" algn="l"/>
              </a:tabLst>
              <a:defRPr/>
            </a:pPr>
            <a:r>
              <a:rPr lang="fr-FR" spc="-5" dirty="0">
                <a:solidFill>
                  <a:srgbClr val="0000CC"/>
                </a:solidFill>
                <a:latin typeface="Arial"/>
                <a:cs typeface="Arial"/>
              </a:rPr>
              <a:t>4 grands types d’applications et de services:</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Messagerie</a:t>
            </a:r>
            <a:r>
              <a:rPr lang="fr-FR" spc="-5" dirty="0">
                <a:solidFill>
                  <a:srgbClr val="333333"/>
                </a:solidFill>
                <a:latin typeface="Arial"/>
                <a:cs typeface="Arial"/>
              </a:rPr>
              <a:t>: Messagerie individuelle et collective, forums</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Services de traitement informatique</a:t>
            </a:r>
            <a:r>
              <a:rPr lang="fr-FR" spc="-5" dirty="0">
                <a:solidFill>
                  <a:srgbClr val="333333"/>
                </a:solidFill>
                <a:latin typeface="Arial"/>
                <a:cs typeface="Arial"/>
              </a:rPr>
              <a:t>: Connexion à distance ( ex: VPN), transfert de fichiers (FTP)</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Services de publication/information</a:t>
            </a:r>
            <a:r>
              <a:rPr lang="fr-FR" spc="-5" dirty="0">
                <a:solidFill>
                  <a:srgbClr val="333333"/>
                </a:solidFill>
                <a:latin typeface="Arial"/>
                <a:cs typeface="Arial"/>
              </a:rPr>
              <a:t>: Web</a:t>
            </a:r>
          </a:p>
          <a:p>
            <a:pPr marL="627063" lvl="1" indent="-157163" algn="just">
              <a:spcBef>
                <a:spcPts val="600"/>
              </a:spcBef>
              <a:buClr>
                <a:srgbClr val="008080"/>
              </a:buClr>
              <a:buFont typeface="Arial" pitchFamily="34" charset="0"/>
              <a:buChar char="•"/>
              <a:tabLst>
                <a:tab pos="355600" algn="l"/>
              </a:tabLst>
              <a:defRPr/>
            </a:pPr>
            <a:r>
              <a:rPr lang="fr-FR" b="1" spc="-5" dirty="0">
                <a:solidFill>
                  <a:srgbClr val="333333"/>
                </a:solidFill>
                <a:latin typeface="Arial"/>
                <a:cs typeface="Arial"/>
              </a:rPr>
              <a:t>Services de communication directe </a:t>
            </a:r>
            <a:r>
              <a:rPr lang="fr-FR" spc="-5" dirty="0">
                <a:solidFill>
                  <a:srgbClr val="333333"/>
                </a:solidFill>
                <a:latin typeface="Arial"/>
                <a:cs typeface="Arial"/>
              </a:rPr>
              <a:t>: Chat, visioconférence, </a:t>
            </a:r>
            <a:r>
              <a:rPr lang="fr-FR" spc="-5" dirty="0" err="1">
                <a:solidFill>
                  <a:srgbClr val="333333"/>
                </a:solidFill>
                <a:latin typeface="Arial"/>
                <a:cs typeface="Arial"/>
              </a:rPr>
              <a:t>peer</a:t>
            </a:r>
            <a:r>
              <a:rPr lang="fr-FR" spc="-5" dirty="0">
                <a:solidFill>
                  <a:srgbClr val="333333"/>
                </a:solidFill>
                <a:latin typeface="Arial"/>
                <a:cs typeface="Arial"/>
              </a:rPr>
              <a:t>-</a:t>
            </a:r>
            <a:r>
              <a:rPr lang="fr-FR" spc="-5" dirty="0" err="1">
                <a:solidFill>
                  <a:srgbClr val="333333"/>
                </a:solidFill>
                <a:latin typeface="Arial"/>
                <a:cs typeface="Arial"/>
              </a:rPr>
              <a:t>to-peer</a:t>
            </a:r>
            <a:r>
              <a:rPr lang="fr-FR" spc="-5" dirty="0">
                <a:solidFill>
                  <a:srgbClr val="333333"/>
                </a:solidFill>
                <a:latin typeface="Arial"/>
                <a:cs typeface="Arial"/>
              </a:rPr>
              <a:t>…</a:t>
            </a:r>
          </a:p>
          <a:p>
            <a:pPr marL="355600" indent="-342900" algn="just">
              <a:buClr>
                <a:srgbClr val="008080"/>
              </a:buClr>
              <a:buFont typeface="Wingdings" pitchFamily="2" charset="2"/>
              <a:buChar char="§"/>
              <a:tabLst>
                <a:tab pos="355600" algn="l"/>
              </a:tabLst>
              <a:defRPr/>
            </a:pPr>
            <a:r>
              <a:rPr lang="fr-FR" spc="-5" dirty="0">
                <a:solidFill>
                  <a:srgbClr val="333333"/>
                </a:solidFill>
                <a:latin typeface="Arial"/>
                <a:cs typeface="Arial"/>
              </a:rPr>
              <a:t>Pendant longtemps, applications bien distinctes; </a:t>
            </a:r>
            <a:r>
              <a:rPr lang="fr-FR" spc="-5" dirty="0">
                <a:solidFill>
                  <a:srgbClr val="00B050"/>
                </a:solidFill>
                <a:latin typeface="Arial"/>
                <a:cs typeface="Arial"/>
              </a:rPr>
              <a:t>aujourd’hui fusionnées sur le web</a:t>
            </a:r>
            <a:r>
              <a:rPr lang="fr-FR" spc="-5" dirty="0">
                <a:solidFill>
                  <a:srgbClr val="333333"/>
                </a:solidFill>
                <a:latin typeface="Arial"/>
                <a:cs typeface="Arial"/>
              </a:rPr>
              <a:t>.</a:t>
            </a:r>
          </a:p>
        </p:txBody>
      </p:sp>
      <p:sp>
        <p:nvSpPr>
          <p:cNvPr id="8" name="Virage 7"/>
          <p:cNvSpPr/>
          <p:nvPr/>
        </p:nvSpPr>
        <p:spPr bwMode="auto">
          <a:xfrm flipV="1">
            <a:off x="68346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vert="horz" wrap="square" lIns="90000" tIns="46800" rIns="90000" bIns="46800" numCol="1" rtlCol="0" anchor="ctr"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645379197"/>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5" end="5"/>
                                            </p:txEl>
                                          </p:spTgt>
                                        </p:tgtEl>
                                        <p:attrNameLst>
                                          <p:attrName>style.visibility</p:attrName>
                                        </p:attrNameLst>
                                      </p:cBhvr>
                                      <p:to>
                                        <p:strVal val="visible"/>
                                      </p:to>
                                    </p:set>
                                    <p:animEffect transition="in" filter="barn(inVertical)">
                                      <p:cBhvr>
                                        <p:cTn id="7" dur="500"/>
                                        <p:tgtEl>
                                          <p:spTgt spid="7">
                                            <p:txEl>
                                              <p:pRg st="5" end="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xEl>
                                              <p:pRg st="6" end="6"/>
                                            </p:txEl>
                                          </p:spTgt>
                                        </p:tgtEl>
                                        <p:attrNameLst>
                                          <p:attrName>style.visibility</p:attrName>
                                        </p:attrNameLst>
                                      </p:cBhvr>
                                      <p:to>
                                        <p:strVal val="visible"/>
                                      </p:to>
                                    </p:set>
                                    <p:animEffect transition="in" filter="barn(inVertical)">
                                      <p:cBhvr>
                                        <p:cTn id="10" dur="500"/>
                                        <p:tgtEl>
                                          <p:spTgt spid="7">
                                            <p:txEl>
                                              <p:pRg st="6" end="6"/>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xEl>
                                              <p:pRg st="7" end="7"/>
                                            </p:txEl>
                                          </p:spTgt>
                                        </p:tgtEl>
                                        <p:attrNameLst>
                                          <p:attrName>style.visibility</p:attrName>
                                        </p:attrNameLst>
                                      </p:cBhvr>
                                      <p:to>
                                        <p:strVal val="visible"/>
                                      </p:to>
                                    </p:set>
                                    <p:animEffect transition="in" filter="barn(inVertical)">
                                      <p:cBhvr>
                                        <p:cTn id="13" dur="500"/>
                                        <p:tgtEl>
                                          <p:spTgt spid="7">
                                            <p:txEl>
                                              <p:pRg st="7" end="7"/>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7">
                                            <p:txEl>
                                              <p:pRg st="8" end="8"/>
                                            </p:txEl>
                                          </p:spTgt>
                                        </p:tgtEl>
                                        <p:attrNameLst>
                                          <p:attrName>style.visibility</p:attrName>
                                        </p:attrNameLst>
                                      </p:cBhvr>
                                      <p:to>
                                        <p:strVal val="visible"/>
                                      </p:to>
                                    </p:set>
                                    <p:animEffect transition="in" filter="barn(inVertical)">
                                      <p:cBhvr>
                                        <p:cTn id="16" dur="500"/>
                                        <p:tgtEl>
                                          <p:spTgt spid="7">
                                            <p:txEl>
                                              <p:pRg st="8" end="8"/>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7">
                                            <p:txEl>
                                              <p:pRg st="9" end="9"/>
                                            </p:txEl>
                                          </p:spTgt>
                                        </p:tgtEl>
                                        <p:attrNameLst>
                                          <p:attrName>style.visibility</p:attrName>
                                        </p:attrNameLst>
                                      </p:cBhvr>
                                      <p:to>
                                        <p:strVal val="visible"/>
                                      </p:to>
                                    </p:set>
                                    <p:animEffect transition="in" filter="barn(inVertical)">
                                      <p:cBhvr>
                                        <p:cTn id="19" dur="500"/>
                                        <p:tgtEl>
                                          <p:spTgt spid="7">
                                            <p:txEl>
                                              <p:pRg st="9" end="9"/>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barn(inVertical)">
                                      <p:cBhvr>
                                        <p:cTn id="24"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4674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Bande Passante (</a:t>
            </a:r>
            <a:r>
              <a:rPr lang="fr-FR" sz="2400" b="1" dirty="0" err="1">
                <a:solidFill>
                  <a:srgbClr val="000000"/>
                </a:solidFill>
                <a:latin typeface="Arial" pitchFamily="34" charset="0"/>
              </a:rPr>
              <a:t>Bandwidth</a:t>
            </a:r>
            <a:r>
              <a:rPr lang="fr-FR" sz="2400" b="1" dirty="0">
                <a:solidFill>
                  <a:srgbClr val="000000"/>
                </a:solidFill>
                <a:latin typeface="Arial" pitchFamily="34" charset="0"/>
              </a:rPr>
              <a:t>)</a:t>
            </a:r>
          </a:p>
        </p:txBody>
      </p:sp>
      <p:sp>
        <p:nvSpPr>
          <p:cNvPr id="7" name="Rectangle 6"/>
          <p:cNvSpPr/>
          <p:nvPr/>
        </p:nvSpPr>
        <p:spPr>
          <a:xfrm>
            <a:off x="395420" y="866808"/>
            <a:ext cx="8643937" cy="6093976"/>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dirty="0">
                <a:latin typeface="+mn-lt"/>
              </a:rPr>
              <a:t>La bande passante (</a:t>
            </a:r>
            <a:r>
              <a:rPr lang="fr-FR" dirty="0">
                <a:solidFill>
                  <a:srgbClr val="FF0000"/>
                </a:solidFill>
                <a:latin typeface="+mn-lt"/>
              </a:rPr>
              <a:t>débit nominal</a:t>
            </a:r>
            <a:r>
              <a:rPr lang="fr-FR" dirty="0">
                <a:latin typeface="+mn-lt"/>
              </a:rPr>
              <a:t>) d’un réseau représente sa capacité, c'est-à-dire la quantité de données pouvant circuler en une période donnée sur le réseau. Celle-ci se mesure en bits par seconde. Du fait de la capacité des supports réseau actuels, les différentes conventions suivantes sont utilisées :</a:t>
            </a:r>
          </a:p>
          <a:p>
            <a:pPr marL="177800" indent="-165100" algn="just">
              <a:spcBef>
                <a:spcPts val="600"/>
              </a:spcBef>
              <a:buClr>
                <a:srgbClr val="008080"/>
              </a:buClr>
              <a:buFont typeface="Wingdings" pitchFamily="2" charset="2"/>
              <a:buChar char="§"/>
              <a:tabLst>
                <a:tab pos="177800" algn="l"/>
              </a:tabLst>
              <a:defRPr/>
            </a:pPr>
            <a:endParaRPr lang="fr-FR" dirty="0">
              <a:latin typeface="+mn-lt"/>
            </a:endParaRPr>
          </a:p>
          <a:p>
            <a:pPr marL="177800" indent="-165100" algn="just">
              <a:spcBef>
                <a:spcPts val="600"/>
              </a:spcBef>
              <a:buClr>
                <a:srgbClr val="008080"/>
              </a:buClr>
              <a:buFont typeface="Wingdings" pitchFamily="2" charset="2"/>
              <a:buChar char="§"/>
              <a:tabLst>
                <a:tab pos="177800" algn="l"/>
              </a:tabLst>
              <a:defRPr/>
            </a:pPr>
            <a:endParaRPr lang="fr-FR" dirty="0">
              <a:latin typeface="+mn-lt"/>
            </a:endParaRPr>
          </a:p>
          <a:p>
            <a:pPr marL="177800" indent="-165100" algn="just">
              <a:spcBef>
                <a:spcPts val="600"/>
              </a:spcBef>
              <a:buClr>
                <a:srgbClr val="008080"/>
              </a:buClr>
              <a:buFont typeface="Wingdings" pitchFamily="2" charset="2"/>
              <a:buChar char="§"/>
              <a:tabLst>
                <a:tab pos="177800" algn="l"/>
              </a:tabLst>
              <a:defRPr/>
            </a:pPr>
            <a:endParaRPr lang="fr-FR" dirty="0">
              <a:latin typeface="+mn-lt"/>
            </a:endParaRPr>
          </a:p>
          <a:p>
            <a:pPr marL="177800" indent="-165100" algn="just">
              <a:spcBef>
                <a:spcPts val="600"/>
              </a:spcBef>
              <a:buClr>
                <a:srgbClr val="008080"/>
              </a:buClr>
              <a:buFont typeface="Wingdings" pitchFamily="2" charset="2"/>
              <a:buChar char="§"/>
              <a:tabLst>
                <a:tab pos="177800" algn="l"/>
              </a:tabLst>
              <a:defRPr/>
            </a:pPr>
            <a:endParaRPr lang="fr-FR" dirty="0">
              <a:latin typeface="+mn-lt"/>
            </a:endParaRPr>
          </a:p>
          <a:p>
            <a:pPr marL="177800" indent="-165100" algn="just">
              <a:spcBef>
                <a:spcPts val="600"/>
              </a:spcBef>
              <a:buClr>
                <a:srgbClr val="008080"/>
              </a:buClr>
              <a:buFont typeface="Wingdings" pitchFamily="2" charset="2"/>
              <a:buChar char="§"/>
              <a:tabLst>
                <a:tab pos="177800" algn="l"/>
              </a:tabLst>
              <a:defRPr/>
            </a:pPr>
            <a:endParaRPr lang="fr-FR" dirty="0">
              <a:latin typeface="+mn-lt"/>
            </a:endParaRPr>
          </a:p>
          <a:p>
            <a:pPr marL="177800" indent="-165100" algn="just">
              <a:spcBef>
                <a:spcPts val="600"/>
              </a:spcBef>
              <a:buClr>
                <a:srgbClr val="008080"/>
              </a:buClr>
              <a:buFont typeface="Wingdings" pitchFamily="2" charset="2"/>
              <a:buChar char="§"/>
              <a:tabLst>
                <a:tab pos="177800" algn="l"/>
              </a:tabLst>
              <a:defRPr/>
            </a:pPr>
            <a:r>
              <a:rPr lang="fr-FR" dirty="0">
                <a:latin typeface="+mn-lt"/>
              </a:rPr>
              <a:t>Les caractéristiques de la bande passante:</a:t>
            </a:r>
          </a:p>
          <a:p>
            <a:pPr marL="450850" indent="-177800" algn="just">
              <a:spcBef>
                <a:spcPts val="600"/>
              </a:spcBef>
              <a:buClr>
                <a:srgbClr val="008080"/>
              </a:buClr>
              <a:buFont typeface="Arial" pitchFamily="34" charset="0"/>
              <a:buChar char="•"/>
              <a:tabLst>
                <a:tab pos="177800" algn="l"/>
                <a:tab pos="450850" algn="l"/>
              </a:tabLst>
              <a:defRPr/>
            </a:pPr>
            <a:r>
              <a:rPr lang="fr-FR" dirty="0">
                <a:latin typeface="+mn-lt"/>
              </a:rPr>
              <a:t>Elle est limitée.</a:t>
            </a:r>
          </a:p>
          <a:p>
            <a:pPr marL="450850" indent="-177800" algn="just">
              <a:spcBef>
                <a:spcPts val="600"/>
              </a:spcBef>
              <a:buClr>
                <a:srgbClr val="008080"/>
              </a:buClr>
              <a:buFont typeface="Arial" pitchFamily="34" charset="0"/>
              <a:buChar char="•"/>
              <a:tabLst>
                <a:tab pos="177800" algn="l"/>
                <a:tab pos="450850" algn="l"/>
              </a:tabLst>
              <a:defRPr/>
            </a:pPr>
            <a:r>
              <a:rPr lang="fr-FR" dirty="0">
                <a:latin typeface="+mn-lt"/>
              </a:rPr>
              <a:t>Elle peut faire réaliser des économies: vous payez l’internet pour la bande passante.</a:t>
            </a:r>
          </a:p>
          <a:p>
            <a:pPr marL="450850" indent="-177800" algn="just">
              <a:spcBef>
                <a:spcPts val="600"/>
              </a:spcBef>
              <a:buClr>
                <a:srgbClr val="008080"/>
              </a:buClr>
              <a:buFont typeface="Arial" pitchFamily="34" charset="0"/>
              <a:buChar char="•"/>
              <a:tabLst>
                <a:tab pos="177800" algn="l"/>
                <a:tab pos="450850" algn="l"/>
              </a:tabLst>
              <a:defRPr/>
            </a:pPr>
            <a:r>
              <a:rPr lang="fr-FR" dirty="0">
                <a:latin typeface="+mn-lt"/>
              </a:rPr>
              <a:t>C’est une mesure clé de la conception et de la performance des réseaux.</a:t>
            </a:r>
          </a:p>
          <a:p>
            <a:pPr marL="450850" indent="-177800" algn="just">
              <a:spcBef>
                <a:spcPts val="600"/>
              </a:spcBef>
              <a:buClr>
                <a:srgbClr val="008080"/>
              </a:buClr>
              <a:buFont typeface="Arial" pitchFamily="34" charset="0"/>
              <a:buChar char="•"/>
              <a:tabLst>
                <a:tab pos="177800" algn="l"/>
                <a:tab pos="450850" algn="l"/>
              </a:tabLst>
              <a:defRPr/>
            </a:pPr>
            <a:r>
              <a:rPr lang="fr-FR" dirty="0">
                <a:latin typeface="+mn-lt"/>
              </a:rPr>
              <a:t>La de mande en bande passante augmente sans cesse.</a:t>
            </a:r>
          </a:p>
        </p:txBody>
      </p:sp>
      <p:pic>
        <p:nvPicPr>
          <p:cNvPr id="17203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060" y="2493140"/>
            <a:ext cx="7647460" cy="194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669060" y="332096"/>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85938778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2036"/>
                                        </p:tgtEl>
                                        <p:attrNameLst>
                                          <p:attrName>style.visibility</p:attrName>
                                        </p:attrNameLst>
                                      </p:cBhvr>
                                      <p:to>
                                        <p:strVal val="visible"/>
                                      </p:to>
                                    </p:set>
                                    <p:animEffect transition="in" filter="barn(inVertical)">
                                      <p:cBhvr>
                                        <p:cTn id="7" dur="500"/>
                                        <p:tgtEl>
                                          <p:spTgt spid="172036"/>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xEl>
                                              <p:pRg st="6" end="6"/>
                                            </p:txEl>
                                          </p:spTgt>
                                        </p:tgtEl>
                                        <p:attrNameLst>
                                          <p:attrName>style.visibility</p:attrName>
                                        </p:attrNameLst>
                                      </p:cBhvr>
                                      <p:to>
                                        <p:strVal val="visible"/>
                                      </p:to>
                                    </p:set>
                                    <p:animEffect transition="in" filter="barn(inVertical)">
                                      <p:cBhvr>
                                        <p:cTn id="12" dur="500"/>
                                        <p:tgtEl>
                                          <p:spTgt spid="7">
                                            <p:txEl>
                                              <p:pRg st="6" end="6"/>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barn(inVertical)">
                                      <p:cBhvr>
                                        <p:cTn id="15" dur="500"/>
                                        <p:tgtEl>
                                          <p:spTgt spid="7">
                                            <p:txEl>
                                              <p:pRg st="7" end="7"/>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barn(inVertical)">
                                      <p:cBhvr>
                                        <p:cTn id="18" dur="500"/>
                                        <p:tgtEl>
                                          <p:spTgt spid="7">
                                            <p:txEl>
                                              <p:pRg st="8" end="8"/>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7">
                                            <p:txEl>
                                              <p:pRg st="9" end="9"/>
                                            </p:txEl>
                                          </p:spTgt>
                                        </p:tgtEl>
                                        <p:attrNameLst>
                                          <p:attrName>style.visibility</p:attrName>
                                        </p:attrNameLst>
                                      </p:cBhvr>
                                      <p:to>
                                        <p:strVal val="visible"/>
                                      </p:to>
                                    </p:set>
                                    <p:animEffect transition="in" filter="barn(inVertical)">
                                      <p:cBhvr>
                                        <p:cTn id="21" dur="500"/>
                                        <p:tgtEl>
                                          <p:spTgt spid="7">
                                            <p:txEl>
                                              <p:pRg st="9" end="9"/>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7">
                                            <p:txEl>
                                              <p:pRg st="10" end="10"/>
                                            </p:txEl>
                                          </p:spTgt>
                                        </p:tgtEl>
                                        <p:attrNameLst>
                                          <p:attrName>style.visibility</p:attrName>
                                        </p:attrNameLst>
                                      </p:cBhvr>
                                      <p:to>
                                        <p:strVal val="visible"/>
                                      </p:to>
                                    </p:set>
                                    <p:animEffect transition="in" filter="barn(inVertical)">
                                      <p:cBhvr>
                                        <p:cTn id="24"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4674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Débit</a:t>
            </a:r>
          </a:p>
        </p:txBody>
      </p:sp>
      <p:sp>
        <p:nvSpPr>
          <p:cNvPr id="7" name="Rectangle 6"/>
          <p:cNvSpPr/>
          <p:nvPr/>
        </p:nvSpPr>
        <p:spPr>
          <a:xfrm>
            <a:off x="323410" y="974997"/>
            <a:ext cx="8643937" cy="5286062"/>
          </a:xfrm>
          <a:prstGeom prst="rect">
            <a:avLst/>
          </a:prstGeom>
        </p:spPr>
        <p:txBody>
          <a:bodyPr wrap="square">
            <a:spAutoFit/>
          </a:bodyPr>
          <a:lstStyle/>
          <a:p>
            <a:pPr marL="177800" indent="-165100" algn="just">
              <a:spcBef>
                <a:spcPts val="600"/>
              </a:spcBef>
              <a:spcAft>
                <a:spcPts val="300"/>
              </a:spcAft>
              <a:buClr>
                <a:srgbClr val="008080"/>
              </a:buClr>
              <a:buFont typeface="Wingdings" pitchFamily="2" charset="2"/>
              <a:buChar char="§"/>
              <a:tabLst>
                <a:tab pos="177800" algn="l"/>
              </a:tabLst>
              <a:defRPr/>
            </a:pPr>
            <a:r>
              <a:rPr lang="fr-FR" spc="-5" dirty="0">
                <a:solidFill>
                  <a:srgbClr val="333333"/>
                </a:solidFill>
                <a:latin typeface="Arial"/>
                <a:cs typeface="Arial"/>
              </a:rPr>
              <a:t>Le débit est la </a:t>
            </a:r>
            <a:r>
              <a:rPr lang="fr-FR" spc="-5" dirty="0">
                <a:solidFill>
                  <a:srgbClr val="FF0000"/>
                </a:solidFill>
                <a:latin typeface="Arial"/>
                <a:cs typeface="Arial"/>
              </a:rPr>
              <a:t>bande passante réelle</a:t>
            </a:r>
            <a:r>
              <a:rPr lang="fr-FR" spc="-5" dirty="0">
                <a:solidFill>
                  <a:srgbClr val="333333"/>
                </a:solidFill>
                <a:latin typeface="Arial"/>
                <a:cs typeface="Arial"/>
              </a:rPr>
              <a:t>, mesurée à un instant précis de la journée. Ce débit est souvent inférieur à la bande passante, cette dernière représentant le débit maximal du média. </a:t>
            </a:r>
          </a:p>
          <a:p>
            <a:pPr marL="177800" indent="-165100" algn="just">
              <a:spcBef>
                <a:spcPts val="1800"/>
              </a:spcBef>
              <a:spcAft>
                <a:spcPts val="300"/>
              </a:spcAft>
              <a:buClr>
                <a:srgbClr val="008080"/>
              </a:buClr>
              <a:buFont typeface="Wingdings" pitchFamily="2" charset="2"/>
              <a:buChar char="§"/>
              <a:tabLst>
                <a:tab pos="177800" algn="l"/>
              </a:tabLst>
              <a:defRPr/>
            </a:pPr>
            <a:r>
              <a:rPr lang="fr-FR" spc="-5" dirty="0">
                <a:solidFill>
                  <a:srgbClr val="333333"/>
                </a:solidFill>
                <a:latin typeface="Arial"/>
                <a:cs typeface="Arial"/>
              </a:rPr>
              <a:t>Plusieurs variables influencent le débit:</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La machine  de l’utilisateur(client).</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Le serveur interrogé.</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Les autres utilisateurs connectés au réseau.</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La topologie du réseau.</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 le nombre d’utilisateurs</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Les unités d’interconnexions (nœuds de transfert ) de réseaux et leurs charges.</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Le type de données transmises.</a:t>
            </a:r>
          </a:p>
          <a:p>
            <a:pPr marL="812800" lvl="1" indent="-185738" algn="just">
              <a:spcBef>
                <a:spcPts val="600"/>
              </a:spcBef>
              <a:spcAft>
                <a:spcPts val="300"/>
              </a:spcAft>
              <a:buClr>
                <a:srgbClr val="008080"/>
              </a:buClr>
              <a:buFont typeface="Arial" pitchFamily="34" charset="0"/>
              <a:buChar char="•"/>
              <a:tabLst>
                <a:tab pos="177800" algn="l"/>
              </a:tabLst>
              <a:defRPr/>
            </a:pPr>
            <a:r>
              <a:rPr lang="fr-FR" spc="-5" dirty="0">
                <a:solidFill>
                  <a:srgbClr val="333333"/>
                </a:solidFill>
                <a:latin typeface="Arial"/>
                <a:cs typeface="Arial"/>
              </a:rPr>
              <a:t> Les coupures d’électricité et autres pannes</a:t>
            </a:r>
          </a:p>
        </p:txBody>
      </p:sp>
      <p:sp>
        <p:nvSpPr>
          <p:cNvPr id="9" name="Virage 8"/>
          <p:cNvSpPr/>
          <p:nvPr/>
        </p:nvSpPr>
        <p:spPr bwMode="auto">
          <a:xfrm flipV="1">
            <a:off x="615692" y="356846"/>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270128680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animEffect transition="in" filter="barn(inVertical)">
                                      <p:cBhvr>
                                        <p:cTn id="7" dur="500"/>
                                        <p:tgtEl>
                                          <p:spTgt spid="7">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xEl>
                                              <p:pRg st="2" end="2"/>
                                            </p:txEl>
                                          </p:spTgt>
                                        </p:tgtEl>
                                        <p:attrNameLst>
                                          <p:attrName>style.visibility</p:attrName>
                                        </p:attrNameLst>
                                      </p:cBhvr>
                                      <p:to>
                                        <p:strVal val="visible"/>
                                      </p:to>
                                    </p:set>
                                    <p:animEffect transition="in" filter="barn(inVertical)">
                                      <p:cBhvr>
                                        <p:cTn id="10" dur="500"/>
                                        <p:tgtEl>
                                          <p:spTgt spid="7">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animEffect transition="in" filter="barn(inVertical)">
                                      <p:cBhvr>
                                        <p:cTn id="13" dur="500"/>
                                        <p:tgtEl>
                                          <p:spTgt spid="7">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7">
                                            <p:txEl>
                                              <p:pRg st="4" end="4"/>
                                            </p:txEl>
                                          </p:spTgt>
                                        </p:tgtEl>
                                        <p:attrNameLst>
                                          <p:attrName>style.visibility</p:attrName>
                                        </p:attrNameLst>
                                      </p:cBhvr>
                                      <p:to>
                                        <p:strVal val="visible"/>
                                      </p:to>
                                    </p:set>
                                    <p:animEffect transition="in" filter="barn(inVertical)">
                                      <p:cBhvr>
                                        <p:cTn id="16" dur="500"/>
                                        <p:tgtEl>
                                          <p:spTgt spid="7">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animEffect transition="in" filter="barn(inVertical)">
                                      <p:cBhvr>
                                        <p:cTn id="19" dur="500"/>
                                        <p:tgtEl>
                                          <p:spTgt spid="7">
                                            <p:txEl>
                                              <p:pRg st="5" end="5"/>
                                            </p:txEl>
                                          </p:spTgt>
                                        </p:tgtEl>
                                      </p:cBhvr>
                                    </p:animEffect>
                                  </p:childTnLst>
                                </p:cTn>
                              </p:par>
                              <p:par>
                                <p:cTn id="20" presetID="16" presetClass="entr" presetSubtype="21" fill="hold" nodeType="withEffect">
                                  <p:stCondLst>
                                    <p:cond delay="0"/>
                                  </p:stCondLst>
                                  <p:childTnLst>
                                    <p:set>
                                      <p:cBhvr>
                                        <p:cTn id="21" dur="1" fill="hold">
                                          <p:stCondLst>
                                            <p:cond delay="0"/>
                                          </p:stCondLst>
                                        </p:cTn>
                                        <p:tgtEl>
                                          <p:spTgt spid="7">
                                            <p:txEl>
                                              <p:pRg st="6" end="6"/>
                                            </p:txEl>
                                          </p:spTgt>
                                        </p:tgtEl>
                                        <p:attrNameLst>
                                          <p:attrName>style.visibility</p:attrName>
                                        </p:attrNameLst>
                                      </p:cBhvr>
                                      <p:to>
                                        <p:strVal val="visible"/>
                                      </p:to>
                                    </p:set>
                                    <p:animEffect transition="in" filter="barn(inVertical)">
                                      <p:cBhvr>
                                        <p:cTn id="22" dur="500"/>
                                        <p:tgtEl>
                                          <p:spTgt spid="7">
                                            <p:txEl>
                                              <p:pRg st="6" end="6"/>
                                            </p:txEl>
                                          </p:spTgt>
                                        </p:tgtEl>
                                      </p:cBhvr>
                                    </p:animEffect>
                                  </p:childTnLst>
                                </p:cTn>
                              </p:par>
                              <p:par>
                                <p:cTn id="23" presetID="16" presetClass="entr" presetSubtype="21" fill="hold" nodeType="withEffect">
                                  <p:stCondLst>
                                    <p:cond delay="0"/>
                                  </p:stCondLst>
                                  <p:childTnLst>
                                    <p:set>
                                      <p:cBhvr>
                                        <p:cTn id="24" dur="1" fill="hold">
                                          <p:stCondLst>
                                            <p:cond delay="0"/>
                                          </p:stCondLst>
                                        </p:cTn>
                                        <p:tgtEl>
                                          <p:spTgt spid="7">
                                            <p:txEl>
                                              <p:pRg st="7" end="7"/>
                                            </p:txEl>
                                          </p:spTgt>
                                        </p:tgtEl>
                                        <p:attrNameLst>
                                          <p:attrName>style.visibility</p:attrName>
                                        </p:attrNameLst>
                                      </p:cBhvr>
                                      <p:to>
                                        <p:strVal val="visible"/>
                                      </p:to>
                                    </p:set>
                                    <p:animEffect transition="in" filter="barn(inVertical)">
                                      <p:cBhvr>
                                        <p:cTn id="25" dur="500"/>
                                        <p:tgtEl>
                                          <p:spTgt spid="7">
                                            <p:txEl>
                                              <p:pRg st="7" end="7"/>
                                            </p:txEl>
                                          </p:spTgt>
                                        </p:tgtEl>
                                      </p:cBhvr>
                                    </p:animEffect>
                                  </p:childTnLst>
                                </p:cTn>
                              </p:par>
                              <p:par>
                                <p:cTn id="26" presetID="16" presetClass="entr" presetSubtype="21" fill="hold" nodeType="withEffect">
                                  <p:stCondLst>
                                    <p:cond delay="0"/>
                                  </p:stCondLst>
                                  <p:childTnLst>
                                    <p:set>
                                      <p:cBhvr>
                                        <p:cTn id="27" dur="1" fill="hold">
                                          <p:stCondLst>
                                            <p:cond delay="0"/>
                                          </p:stCondLst>
                                        </p:cTn>
                                        <p:tgtEl>
                                          <p:spTgt spid="7">
                                            <p:txEl>
                                              <p:pRg st="8" end="8"/>
                                            </p:txEl>
                                          </p:spTgt>
                                        </p:tgtEl>
                                        <p:attrNameLst>
                                          <p:attrName>style.visibility</p:attrName>
                                        </p:attrNameLst>
                                      </p:cBhvr>
                                      <p:to>
                                        <p:strVal val="visible"/>
                                      </p:to>
                                    </p:set>
                                    <p:animEffect transition="in" filter="barn(inVertical)">
                                      <p:cBhvr>
                                        <p:cTn id="28" dur="500"/>
                                        <p:tgtEl>
                                          <p:spTgt spid="7">
                                            <p:txEl>
                                              <p:pRg st="8" end="8"/>
                                            </p:txEl>
                                          </p:spTgt>
                                        </p:tgtEl>
                                      </p:cBhvr>
                                    </p:animEffect>
                                  </p:childTnLst>
                                </p:cTn>
                              </p:par>
                              <p:par>
                                <p:cTn id="29" presetID="16" presetClass="entr" presetSubtype="21" fill="hold" nodeType="withEffect">
                                  <p:stCondLst>
                                    <p:cond delay="0"/>
                                  </p:stCondLst>
                                  <p:childTnLst>
                                    <p:set>
                                      <p:cBhvr>
                                        <p:cTn id="30" dur="1" fill="hold">
                                          <p:stCondLst>
                                            <p:cond delay="0"/>
                                          </p:stCondLst>
                                        </p:cTn>
                                        <p:tgtEl>
                                          <p:spTgt spid="7">
                                            <p:txEl>
                                              <p:pRg st="9" end="9"/>
                                            </p:txEl>
                                          </p:spTgt>
                                        </p:tgtEl>
                                        <p:attrNameLst>
                                          <p:attrName>style.visibility</p:attrName>
                                        </p:attrNameLst>
                                      </p:cBhvr>
                                      <p:to>
                                        <p:strVal val="visible"/>
                                      </p:to>
                                    </p:set>
                                    <p:animEffect transition="in" filter="barn(inVertical)">
                                      <p:cBhvr>
                                        <p:cTn id="31" dur="500"/>
                                        <p:tgtEl>
                                          <p:spTgt spid="7">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467430" y="447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Débit</a:t>
            </a:r>
          </a:p>
        </p:txBody>
      </p:sp>
      <p:sp>
        <p:nvSpPr>
          <p:cNvPr id="7" name="Rectangle 6"/>
          <p:cNvSpPr/>
          <p:nvPr/>
        </p:nvSpPr>
        <p:spPr>
          <a:xfrm>
            <a:off x="323410" y="974997"/>
            <a:ext cx="8643937" cy="6170920"/>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spc="-5" dirty="0">
                <a:solidFill>
                  <a:srgbClr val="333333"/>
                </a:solidFill>
                <a:latin typeface="Arial"/>
                <a:cs typeface="Arial"/>
              </a:rPr>
              <a:t>Nous pouvons distinguer deux types de débits suivant l’endroit où est effectuée la mesure :</a:t>
            </a:r>
          </a:p>
          <a:p>
            <a:pPr marL="355600" indent="-177800" algn="just">
              <a:spcBef>
                <a:spcPts val="600"/>
              </a:spcBef>
              <a:buClr>
                <a:srgbClr val="008080"/>
              </a:buClr>
              <a:buFont typeface="Arial" pitchFamily="34" charset="0"/>
              <a:buChar char="•"/>
              <a:tabLst>
                <a:tab pos="177800" algn="l"/>
              </a:tabLst>
              <a:defRPr/>
            </a:pPr>
            <a:r>
              <a:rPr lang="fr-FR" b="1" spc="-5" dirty="0">
                <a:solidFill>
                  <a:srgbClr val="0070C0"/>
                </a:solidFill>
                <a:latin typeface="Arial"/>
                <a:cs typeface="Arial"/>
              </a:rPr>
              <a:t>Le</a:t>
            </a:r>
            <a:r>
              <a:rPr lang="fr-FR" b="1" spc="-5" dirty="0">
                <a:solidFill>
                  <a:srgbClr val="333333"/>
                </a:solidFill>
                <a:latin typeface="Arial"/>
                <a:cs typeface="Arial"/>
              </a:rPr>
              <a:t> </a:t>
            </a:r>
            <a:r>
              <a:rPr lang="fr-FR" b="1" spc="-5" dirty="0">
                <a:solidFill>
                  <a:srgbClr val="0070C0"/>
                </a:solidFill>
                <a:latin typeface="Arial"/>
                <a:cs typeface="Arial"/>
              </a:rPr>
              <a:t>débit effectif </a:t>
            </a:r>
            <a:r>
              <a:rPr lang="fr-FR" spc="-5" dirty="0">
                <a:solidFill>
                  <a:srgbClr val="333333"/>
                </a:solidFill>
                <a:latin typeface="Arial"/>
                <a:cs typeface="Arial"/>
              </a:rPr>
              <a:t>(ou </a:t>
            </a:r>
            <a:r>
              <a:rPr lang="fr-FR" b="1" spc="-5" dirty="0">
                <a:solidFill>
                  <a:srgbClr val="0070C0"/>
                </a:solidFill>
                <a:latin typeface="Arial"/>
                <a:cs typeface="Arial"/>
              </a:rPr>
              <a:t>physique</a:t>
            </a:r>
            <a:r>
              <a:rPr lang="fr-FR" spc="-5" dirty="0">
                <a:solidFill>
                  <a:srgbClr val="333333"/>
                </a:solidFill>
                <a:latin typeface="Arial"/>
                <a:cs typeface="Arial"/>
              </a:rPr>
              <a:t>) : C’est le nombre de bits qui peuvent être émis en une seconde sur le support physique. Cette valeur est liée aux caractéristiques. physiques du médium, au codage physique de l’information binaire sous forme d’onde et à la fréquence de cette onde. Pour un réseau Ethernet ce débit est normalisé et constant.</a:t>
            </a:r>
          </a:p>
          <a:p>
            <a:pPr marL="355600" indent="-177800" algn="just">
              <a:spcBef>
                <a:spcPts val="600"/>
              </a:spcBef>
              <a:spcAft>
                <a:spcPts val="1800"/>
              </a:spcAft>
              <a:buClr>
                <a:srgbClr val="008080"/>
              </a:buClr>
              <a:buFont typeface="Arial" pitchFamily="34" charset="0"/>
              <a:buChar char="•"/>
              <a:tabLst>
                <a:tab pos="177800" algn="l"/>
              </a:tabLst>
              <a:defRPr/>
            </a:pPr>
            <a:r>
              <a:rPr lang="fr-FR" spc="-5" dirty="0">
                <a:solidFill>
                  <a:srgbClr val="C00000"/>
                </a:solidFill>
                <a:latin typeface="Arial"/>
                <a:cs typeface="Arial"/>
              </a:rPr>
              <a:t>Rappel</a:t>
            </a:r>
            <a:r>
              <a:rPr lang="fr-FR" spc="-5" dirty="0">
                <a:solidFill>
                  <a:srgbClr val="333333"/>
                </a:solidFill>
                <a:latin typeface="Arial"/>
                <a:cs typeface="Arial"/>
              </a:rPr>
              <a:t> : le débit physique du réseau Ethernet peut être 10, 100, 1000 Mégabits/s (1 gigabits/s), 10 gigabits/s.</a:t>
            </a:r>
          </a:p>
          <a:p>
            <a:pPr marL="355600" indent="-177800" algn="just">
              <a:spcBef>
                <a:spcPts val="600"/>
              </a:spcBef>
              <a:buClr>
                <a:srgbClr val="008080"/>
              </a:buClr>
              <a:buFont typeface="Arial" pitchFamily="34" charset="0"/>
              <a:buChar char="•"/>
              <a:tabLst>
                <a:tab pos="177800" algn="l"/>
              </a:tabLst>
              <a:defRPr/>
            </a:pPr>
            <a:r>
              <a:rPr lang="fr-FR" b="1" spc="-5" dirty="0">
                <a:solidFill>
                  <a:srgbClr val="0070C0"/>
                </a:solidFill>
                <a:latin typeface="Arial"/>
                <a:cs typeface="Arial"/>
              </a:rPr>
              <a:t>Le débit applicatif </a:t>
            </a:r>
            <a:r>
              <a:rPr lang="fr-FR" spc="-5" dirty="0">
                <a:solidFill>
                  <a:srgbClr val="333333"/>
                </a:solidFill>
                <a:latin typeface="Arial"/>
                <a:cs typeface="Arial"/>
              </a:rPr>
              <a:t>(ou </a:t>
            </a:r>
            <a:r>
              <a:rPr lang="fr-FR" b="1" spc="-5" dirty="0">
                <a:solidFill>
                  <a:srgbClr val="0070C0"/>
                </a:solidFill>
                <a:latin typeface="Arial"/>
                <a:cs typeface="Arial"/>
              </a:rPr>
              <a:t>utile</a:t>
            </a:r>
            <a:r>
              <a:rPr lang="fr-FR" spc="-5" dirty="0">
                <a:solidFill>
                  <a:srgbClr val="333333"/>
                </a:solidFill>
                <a:latin typeface="Arial"/>
                <a:cs typeface="Arial"/>
              </a:rPr>
              <a:t>) : Les données échangées par les applications passent `a travers un certain nombre d’interfaces (différentes couches OSI 2, 3, 4...) qui pour le besoin de la communication ajoutent des informations supplémentaires aux données proprement dites et dont l’efficacité peut varier suivant certains paramètres (charge du processeur de la machine, taille des paquets, réseau à diffusion...). </a:t>
            </a:r>
            <a:r>
              <a:rPr lang="fr-FR" u="sng" spc="-5" dirty="0">
                <a:solidFill>
                  <a:srgbClr val="333333"/>
                </a:solidFill>
                <a:latin typeface="Arial"/>
                <a:cs typeface="Arial"/>
              </a:rPr>
              <a:t>Le débit applicatif est le nombre de bits de données échangées par seconde au niveau des applications</a:t>
            </a: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p:txBody>
      </p:sp>
      <p:sp>
        <p:nvSpPr>
          <p:cNvPr id="8" name="Virage 7"/>
          <p:cNvSpPr/>
          <p:nvPr/>
        </p:nvSpPr>
        <p:spPr bwMode="auto">
          <a:xfrm flipV="1">
            <a:off x="611450" y="3325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635111715"/>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Effect transition="in" filter="barn(inVertical)">
                                      <p:cBhvr>
                                        <p:cTn id="7"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539440" y="4453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1033463"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Débit</a:t>
            </a:r>
          </a:p>
        </p:txBody>
      </p:sp>
      <p:sp>
        <p:nvSpPr>
          <p:cNvPr id="7" name="Rectangle 6"/>
          <p:cNvSpPr/>
          <p:nvPr/>
        </p:nvSpPr>
        <p:spPr>
          <a:xfrm>
            <a:off x="467430" y="5227248"/>
            <a:ext cx="8643937" cy="1154162"/>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spc="-5" dirty="0">
                <a:latin typeface="Arial"/>
                <a:cs typeface="Arial"/>
              </a:rPr>
              <a:t>Le </a:t>
            </a:r>
            <a:r>
              <a:rPr lang="fr-FR" spc="-5" dirty="0">
                <a:solidFill>
                  <a:srgbClr val="FF0000"/>
                </a:solidFill>
                <a:latin typeface="Arial"/>
                <a:cs typeface="Arial"/>
              </a:rPr>
              <a:t>débit physique </a:t>
            </a:r>
            <a:r>
              <a:rPr lang="fr-FR" spc="-5" dirty="0">
                <a:latin typeface="Arial"/>
                <a:cs typeface="Arial"/>
              </a:rPr>
              <a:t>est naturellement </a:t>
            </a:r>
            <a:r>
              <a:rPr lang="fr-FR" spc="-5" dirty="0">
                <a:solidFill>
                  <a:srgbClr val="FF0000"/>
                </a:solidFill>
                <a:latin typeface="Arial"/>
                <a:cs typeface="Arial"/>
              </a:rPr>
              <a:t>supérieur</a:t>
            </a:r>
            <a:r>
              <a:rPr lang="fr-FR" spc="-5" dirty="0">
                <a:latin typeface="Arial"/>
                <a:cs typeface="Arial"/>
              </a:rPr>
              <a:t> au </a:t>
            </a:r>
            <a:r>
              <a:rPr lang="fr-FR" spc="-5" dirty="0">
                <a:solidFill>
                  <a:srgbClr val="FF0000"/>
                </a:solidFill>
                <a:latin typeface="Arial"/>
                <a:cs typeface="Arial"/>
              </a:rPr>
              <a:t>débit applicatif </a:t>
            </a:r>
            <a:r>
              <a:rPr lang="fr-FR" spc="-5" dirty="0">
                <a:latin typeface="Arial"/>
                <a:cs typeface="Arial"/>
              </a:rPr>
              <a:t>puisqu’il est le </a:t>
            </a:r>
            <a:r>
              <a:rPr lang="fr-FR" spc="-5" dirty="0">
                <a:solidFill>
                  <a:srgbClr val="FF0000"/>
                </a:solidFill>
                <a:latin typeface="Arial"/>
                <a:cs typeface="Arial"/>
              </a:rPr>
              <a:t>maximum</a:t>
            </a:r>
            <a:r>
              <a:rPr lang="fr-FR" spc="-5" dirty="0">
                <a:latin typeface="Arial"/>
                <a:cs typeface="Arial"/>
              </a:rPr>
              <a:t> que celui-ci peut atteindre</a:t>
            </a:r>
            <a:r>
              <a:rPr lang="fr-FR" sz="2400" spc="-5" dirty="0">
                <a:solidFill>
                  <a:srgbClr val="0000CC"/>
                </a:solidFill>
                <a:latin typeface="Arial"/>
                <a:cs typeface="Arial"/>
              </a:rPr>
              <a:t>.</a:t>
            </a: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p:txBody>
      </p:sp>
      <p:pic>
        <p:nvPicPr>
          <p:cNvPr id="1710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520" y="1089220"/>
            <a:ext cx="6398048" cy="39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654206"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241404736"/>
      </p:ext>
    </p:extLst>
  </p:cSld>
  <p:clrMapOvr>
    <a:masterClrMapping/>
  </p:clrMapOvr>
  <p:transition>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467430" y="4453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899490"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Temps de téléchargement</a:t>
            </a:r>
          </a:p>
        </p:txBody>
      </p:sp>
      <p:sp>
        <p:nvSpPr>
          <p:cNvPr id="7" name="Rectangle 6"/>
          <p:cNvSpPr/>
          <p:nvPr/>
        </p:nvSpPr>
        <p:spPr>
          <a:xfrm>
            <a:off x="323410" y="1058878"/>
            <a:ext cx="8643937" cy="4170372"/>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spc="-5" dirty="0">
                <a:solidFill>
                  <a:srgbClr val="333333"/>
                </a:solidFill>
                <a:latin typeface="Arial"/>
                <a:cs typeface="Arial"/>
              </a:rPr>
              <a:t> Le temps de téléchargement d’un fichier peut se mesurer de la manière suivante :</a:t>
            </a: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a:p>
            <a:pPr marL="355600" indent="-177800" algn="just">
              <a:spcBef>
                <a:spcPts val="600"/>
              </a:spcBef>
              <a:buClr>
                <a:srgbClr val="008080"/>
              </a:buClr>
              <a:buFont typeface="Arial" pitchFamily="34" charset="0"/>
              <a:buChar char="•"/>
              <a:tabLst>
                <a:tab pos="177800" algn="l"/>
              </a:tabLst>
              <a:defRPr/>
            </a:pPr>
            <a:r>
              <a:rPr lang="fr-FR" b="1" spc="-5" dirty="0">
                <a:solidFill>
                  <a:schemeClr val="accent6">
                    <a:lumMod val="50000"/>
                  </a:schemeClr>
                </a:solidFill>
                <a:latin typeface="Arial"/>
                <a:cs typeface="Arial"/>
              </a:rPr>
              <a:t>Temps théorique</a:t>
            </a:r>
            <a:r>
              <a:rPr lang="fr-FR" spc="-5" dirty="0">
                <a:solidFill>
                  <a:srgbClr val="333333"/>
                </a:solidFill>
                <a:latin typeface="Arial"/>
                <a:cs typeface="Arial"/>
              </a:rPr>
              <a:t>: (Téléchargement idéal)</a:t>
            </a: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a:p>
            <a:pPr marL="177800" indent="-165100" algn="just">
              <a:spcBef>
                <a:spcPts val="600"/>
              </a:spcBef>
              <a:buClr>
                <a:srgbClr val="008080"/>
              </a:buClr>
              <a:buFont typeface="Wingdings" pitchFamily="2" charset="2"/>
              <a:buChar char="§"/>
              <a:tabLst>
                <a:tab pos="177800" algn="l"/>
              </a:tabLst>
              <a:defRPr/>
            </a:pPr>
            <a:endParaRPr lang="fr-FR" b="1" spc="-5" dirty="0">
              <a:solidFill>
                <a:srgbClr val="0000CC"/>
              </a:solidFill>
              <a:latin typeface="Arial"/>
              <a:cs typeface="Arial"/>
            </a:endParaRPr>
          </a:p>
          <a:p>
            <a:pPr marL="355600" indent="-177800" algn="just">
              <a:spcBef>
                <a:spcPts val="600"/>
              </a:spcBef>
              <a:buClr>
                <a:srgbClr val="008080"/>
              </a:buClr>
              <a:buFont typeface="Arial" pitchFamily="34" charset="0"/>
              <a:buChar char="•"/>
              <a:tabLst>
                <a:tab pos="177800" algn="l"/>
              </a:tabLst>
              <a:defRPr/>
            </a:pPr>
            <a:r>
              <a:rPr lang="fr-FR" b="1" spc="-5" dirty="0">
                <a:solidFill>
                  <a:schemeClr val="accent6">
                    <a:lumMod val="50000"/>
                  </a:schemeClr>
                </a:solidFill>
                <a:latin typeface="Arial"/>
                <a:cs typeface="Arial"/>
              </a:rPr>
              <a:t>Temps réel</a:t>
            </a:r>
            <a:r>
              <a:rPr lang="fr-FR" spc="-5" dirty="0">
                <a:solidFill>
                  <a:srgbClr val="333333"/>
                </a:solidFill>
                <a:latin typeface="Arial"/>
                <a:cs typeface="Arial"/>
              </a:rPr>
              <a:t>: (Téléchargement type)</a:t>
            </a:r>
          </a:p>
          <a:p>
            <a:pPr marL="177800" indent="-165100" algn="just">
              <a:spcBef>
                <a:spcPts val="600"/>
              </a:spcBef>
              <a:buClr>
                <a:srgbClr val="008080"/>
              </a:buClr>
              <a:buFont typeface="Wingdings" pitchFamily="2" charset="2"/>
              <a:buChar char="§"/>
              <a:tabLst>
                <a:tab pos="177800" algn="l"/>
              </a:tabLst>
              <a:defRPr/>
            </a:pPr>
            <a:endParaRPr lang="fr-FR" spc="-5" dirty="0">
              <a:solidFill>
                <a:srgbClr val="333333"/>
              </a:solidFill>
              <a:latin typeface="Arial"/>
              <a:cs typeface="Arial"/>
            </a:endParaRPr>
          </a:p>
        </p:txBody>
      </p:sp>
      <p:pic>
        <p:nvPicPr>
          <p:cNvPr id="17305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4563" y="2528705"/>
            <a:ext cx="4714875"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3059"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95375" y="4746155"/>
            <a:ext cx="6953250" cy="1419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Virage 8"/>
          <p:cNvSpPr/>
          <p:nvPr/>
        </p:nvSpPr>
        <p:spPr bwMode="auto">
          <a:xfrm flipV="1">
            <a:off x="611450" y="36863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348706334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animEffect transition="in" filter="barn(inVertical)">
                                      <p:cBhvr>
                                        <p:cTn id="7" dur="500"/>
                                        <p:tgtEl>
                                          <p:spTgt spid="7">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73058"/>
                                        </p:tgtEl>
                                        <p:attrNameLst>
                                          <p:attrName>style.visibility</p:attrName>
                                        </p:attrNameLst>
                                      </p:cBhvr>
                                      <p:to>
                                        <p:strVal val="visible"/>
                                      </p:to>
                                    </p:set>
                                    <p:animEffect transition="in" filter="barn(inVertical)">
                                      <p:cBhvr>
                                        <p:cTn id="12" dur="500"/>
                                        <p:tgtEl>
                                          <p:spTgt spid="173058"/>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xEl>
                                              <p:pRg st="8" end="8"/>
                                            </p:txEl>
                                          </p:spTgt>
                                        </p:tgtEl>
                                        <p:attrNameLst>
                                          <p:attrName>style.visibility</p:attrName>
                                        </p:attrNameLst>
                                      </p:cBhvr>
                                      <p:to>
                                        <p:strVal val="visible"/>
                                      </p:to>
                                    </p:set>
                                    <p:animEffect transition="in" filter="barn(inVertical)">
                                      <p:cBhvr>
                                        <p:cTn id="17" dur="500"/>
                                        <p:tgtEl>
                                          <p:spTgt spid="7">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173059"/>
                                        </p:tgtEl>
                                        <p:attrNameLst>
                                          <p:attrName>style.visibility</p:attrName>
                                        </p:attrNameLst>
                                      </p:cBhvr>
                                      <p:to>
                                        <p:strVal val="visible"/>
                                      </p:to>
                                    </p:set>
                                    <p:animEffect transition="in" filter="barn(inVertical)">
                                      <p:cBhvr>
                                        <p:cTn id="22" dur="500"/>
                                        <p:tgtEl>
                                          <p:spTgt spid="173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467430" y="4453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899490" y="4048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Temps de téléchargement</a:t>
            </a:r>
          </a:p>
        </p:txBody>
      </p:sp>
      <mc:AlternateContent xmlns:mc="http://schemas.openxmlformats.org/markup-compatibility/2006" xmlns:a14="http://schemas.microsoft.com/office/drawing/2010/main">
        <mc:Choice Requires="a14">
          <p:sp>
            <p:nvSpPr>
              <p:cNvPr id="7" name="Rectangle 6"/>
              <p:cNvSpPr/>
              <p:nvPr/>
            </p:nvSpPr>
            <p:spPr>
              <a:xfrm>
                <a:off x="323410" y="1058878"/>
                <a:ext cx="8643937" cy="4676473"/>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spc="-5" dirty="0">
                    <a:solidFill>
                      <a:srgbClr val="333333"/>
                    </a:solidFill>
                    <a:latin typeface="Arial"/>
                    <a:cs typeface="Arial"/>
                  </a:rPr>
                  <a:t> </a:t>
                </a:r>
                <a:r>
                  <a:rPr lang="fr-FR" b="1" spc="-5" dirty="0">
                    <a:solidFill>
                      <a:srgbClr val="0000CC"/>
                    </a:solidFill>
                    <a:latin typeface="Arial"/>
                    <a:cs typeface="Arial"/>
                  </a:rPr>
                  <a:t>Exemple 2:</a:t>
                </a:r>
              </a:p>
              <a:p>
                <a:pPr marL="177800" algn="just">
                  <a:spcBef>
                    <a:spcPts val="600"/>
                  </a:spcBef>
                  <a:buClr>
                    <a:srgbClr val="008080"/>
                  </a:buClr>
                  <a:tabLst>
                    <a:tab pos="177800" algn="l"/>
                  </a:tabLst>
                  <a:defRPr/>
                </a:pPr>
                <a:r>
                  <a:rPr lang="fr-FR" spc="-5" dirty="0">
                    <a:solidFill>
                      <a:srgbClr val="333333"/>
                    </a:solidFill>
                    <a:latin typeface="Arial"/>
                    <a:cs typeface="Arial"/>
                  </a:rPr>
                  <a:t>Combien de temps théorique faut-il pour télécharger un fichier de </a:t>
                </a:r>
                <a:r>
                  <a:rPr lang="fr-FR" spc="-5" dirty="0">
                    <a:solidFill>
                      <a:srgbClr val="FF0000"/>
                    </a:solidFill>
                    <a:latin typeface="Arial"/>
                    <a:cs typeface="Arial"/>
                  </a:rPr>
                  <a:t>1Go</a:t>
                </a:r>
                <a:endParaRPr lang="fr-FR" spc="-5" dirty="0">
                  <a:solidFill>
                    <a:srgbClr val="333333"/>
                  </a:solidFill>
                  <a:latin typeface="Arial"/>
                  <a:cs typeface="Arial"/>
                </a:endParaRPr>
              </a:p>
              <a:p>
                <a:pPr marL="177800" algn="just">
                  <a:spcBef>
                    <a:spcPts val="600"/>
                  </a:spcBef>
                  <a:buClr>
                    <a:srgbClr val="008080"/>
                  </a:buClr>
                  <a:tabLst>
                    <a:tab pos="177800" algn="l"/>
                  </a:tabLst>
                  <a:defRPr/>
                </a:pPr>
                <a:r>
                  <a:rPr lang="fr-FR" spc="-5" dirty="0">
                    <a:solidFill>
                      <a:srgbClr val="333333"/>
                    </a:solidFill>
                    <a:latin typeface="Arial"/>
                    <a:cs typeface="Arial"/>
                  </a:rPr>
                  <a:t>avec une connexion dont la </a:t>
                </a:r>
                <a:r>
                  <a:rPr lang="fr-FR" b="1" spc="-5" dirty="0">
                    <a:solidFill>
                      <a:srgbClr val="333333"/>
                    </a:solidFill>
                    <a:latin typeface="Arial"/>
                    <a:cs typeface="Arial"/>
                  </a:rPr>
                  <a:t>bande passante </a:t>
                </a:r>
                <a:r>
                  <a:rPr lang="fr-FR" spc="-5" dirty="0">
                    <a:solidFill>
                      <a:srgbClr val="333333"/>
                    </a:solidFill>
                    <a:latin typeface="Arial"/>
                    <a:cs typeface="Arial"/>
                  </a:rPr>
                  <a:t>est </a:t>
                </a:r>
                <a:r>
                  <a:rPr lang="fr-FR" spc="-5" dirty="0">
                    <a:solidFill>
                      <a:srgbClr val="FF0000"/>
                    </a:solidFill>
                    <a:latin typeface="Arial"/>
                    <a:cs typeface="Arial"/>
                  </a:rPr>
                  <a:t>3Mbit/s</a:t>
                </a:r>
                <a:r>
                  <a:rPr lang="fr-FR" spc="-5" dirty="0">
                    <a:solidFill>
                      <a:srgbClr val="333333"/>
                    </a:solidFill>
                    <a:latin typeface="Arial"/>
                    <a:cs typeface="Arial"/>
                  </a:rPr>
                  <a:t>?</a:t>
                </a:r>
              </a:p>
              <a:p>
                <a:pPr marL="177800" algn="just">
                  <a:spcBef>
                    <a:spcPts val="600"/>
                  </a:spcBef>
                  <a:buClr>
                    <a:srgbClr val="008080"/>
                  </a:buClr>
                  <a:tabLst>
                    <a:tab pos="177800" algn="l"/>
                  </a:tabLst>
                  <a:defRPr/>
                </a:pPr>
                <a:endParaRPr lang="fr-FR" spc="-5" dirty="0">
                  <a:solidFill>
                    <a:srgbClr val="333333"/>
                  </a:solidFill>
                  <a:latin typeface="Arial"/>
                  <a:cs typeface="Arial"/>
                </a:endParaRPr>
              </a:p>
              <a:p>
                <a:pPr marL="450850" indent="-273050" algn="just">
                  <a:spcBef>
                    <a:spcPts val="600"/>
                  </a:spcBef>
                  <a:buClr>
                    <a:srgbClr val="008080"/>
                  </a:buClr>
                  <a:buFont typeface="Arial" pitchFamily="34" charset="0"/>
                  <a:buChar char="•"/>
                  <a:tabLst>
                    <a:tab pos="177800" algn="l"/>
                  </a:tabLst>
                  <a:defRPr/>
                </a:pPr>
                <a:r>
                  <a:rPr lang="fr-FR" spc="-5" dirty="0">
                    <a:solidFill>
                      <a:srgbClr val="333333"/>
                    </a:solidFill>
                    <a:latin typeface="Arial"/>
                    <a:cs typeface="Arial"/>
                  </a:rPr>
                  <a:t>Taille de fichier en bit: 1</a:t>
                </a:r>
                <a:r>
                  <a:rPr lang="fr-FR" spc="-5" dirty="0">
                    <a:solidFill>
                      <a:srgbClr val="FF0000"/>
                    </a:solidFill>
                    <a:latin typeface="Arial"/>
                    <a:cs typeface="Arial"/>
                  </a:rPr>
                  <a:t>Go</a:t>
                </a:r>
                <a:r>
                  <a:rPr lang="fr-FR" spc="-5" dirty="0">
                    <a:solidFill>
                      <a:srgbClr val="333333"/>
                    </a:solidFill>
                    <a:latin typeface="Arial"/>
                    <a:cs typeface="Arial"/>
                  </a:rPr>
                  <a:t> = 1x 1024 x 1024 x 1024 x 8 </a:t>
                </a:r>
                <a:r>
                  <a:rPr lang="fr-FR" spc="-5" dirty="0">
                    <a:solidFill>
                      <a:srgbClr val="FF0000"/>
                    </a:solidFill>
                    <a:latin typeface="Arial"/>
                    <a:cs typeface="Arial"/>
                  </a:rPr>
                  <a:t>bits</a:t>
                </a:r>
              </a:p>
              <a:p>
                <a:pPr marL="177800" algn="just">
                  <a:spcBef>
                    <a:spcPts val="600"/>
                  </a:spcBef>
                  <a:buClr>
                    <a:srgbClr val="008080"/>
                  </a:buClr>
                  <a:tabLst>
                    <a:tab pos="177800" algn="l"/>
                  </a:tabLst>
                  <a:defRPr/>
                </a:pPr>
                <a:r>
                  <a:rPr lang="fr-FR" spc="-5" dirty="0">
                    <a:solidFill>
                      <a:srgbClr val="FF0000"/>
                    </a:solidFill>
                    <a:latin typeface="Arial"/>
                    <a:cs typeface="Arial"/>
                  </a:rPr>
                  <a:t>                                           </a:t>
                </a:r>
                <a:r>
                  <a:rPr lang="fr-FR" spc="-5" dirty="0">
                    <a:solidFill>
                      <a:srgbClr val="333333"/>
                    </a:solidFill>
                    <a:latin typeface="Arial"/>
                    <a:cs typeface="Arial"/>
                  </a:rPr>
                  <a:t> = 8 589 934 592 </a:t>
                </a:r>
                <a:r>
                  <a:rPr lang="fr-FR" spc="-5" dirty="0">
                    <a:solidFill>
                      <a:srgbClr val="FF0000"/>
                    </a:solidFill>
                    <a:latin typeface="Arial"/>
                    <a:cs typeface="Arial"/>
                  </a:rPr>
                  <a:t>bits</a:t>
                </a:r>
              </a:p>
              <a:p>
                <a:pPr marL="177800" algn="just">
                  <a:spcBef>
                    <a:spcPts val="600"/>
                  </a:spcBef>
                  <a:buClr>
                    <a:srgbClr val="008080"/>
                  </a:buClr>
                  <a:tabLst>
                    <a:tab pos="177800" algn="l"/>
                  </a:tabLst>
                  <a:defRPr/>
                </a:pPr>
                <a:endParaRPr lang="fr-FR" spc="-5" dirty="0">
                  <a:solidFill>
                    <a:srgbClr val="FF0000"/>
                  </a:solidFill>
                  <a:latin typeface="Arial"/>
                  <a:cs typeface="Arial"/>
                </a:endParaRPr>
              </a:p>
              <a:p>
                <a:pPr marL="450850" indent="-273050" algn="just">
                  <a:spcBef>
                    <a:spcPts val="600"/>
                  </a:spcBef>
                  <a:buClr>
                    <a:srgbClr val="008080"/>
                  </a:buClr>
                  <a:buFont typeface="Arial" pitchFamily="34" charset="0"/>
                  <a:buChar char="•"/>
                  <a:tabLst>
                    <a:tab pos="177800" algn="l"/>
                  </a:tabLst>
                  <a:defRPr/>
                </a:pPr>
                <a:r>
                  <a:rPr lang="fr-FR" spc="-5" dirty="0">
                    <a:solidFill>
                      <a:srgbClr val="333333"/>
                    </a:solidFill>
                    <a:latin typeface="Arial"/>
                    <a:cs typeface="Arial"/>
                  </a:rPr>
                  <a:t>Bande passante en bit: 3</a:t>
                </a:r>
                <a:r>
                  <a:rPr lang="fr-FR" spc="-5" dirty="0">
                    <a:solidFill>
                      <a:srgbClr val="FF0000"/>
                    </a:solidFill>
                    <a:latin typeface="Arial"/>
                    <a:cs typeface="Arial"/>
                  </a:rPr>
                  <a:t>Mbit/s </a:t>
                </a:r>
                <a:r>
                  <a:rPr lang="fr-FR" spc="-5" dirty="0">
                    <a:solidFill>
                      <a:srgbClr val="333333"/>
                    </a:solidFill>
                    <a:latin typeface="Arial"/>
                    <a:cs typeface="Arial"/>
                  </a:rPr>
                  <a:t>= 3 x 1000 x 1000 </a:t>
                </a:r>
                <a:r>
                  <a:rPr lang="fr-FR" spc="-5" dirty="0">
                    <a:solidFill>
                      <a:srgbClr val="FF0000"/>
                    </a:solidFill>
                    <a:latin typeface="Arial"/>
                    <a:cs typeface="Arial"/>
                  </a:rPr>
                  <a:t>bits/s</a:t>
                </a:r>
              </a:p>
              <a:p>
                <a:pPr marL="177800" algn="just">
                  <a:spcBef>
                    <a:spcPts val="600"/>
                  </a:spcBef>
                  <a:buClr>
                    <a:srgbClr val="008080"/>
                  </a:buClr>
                  <a:tabLst>
                    <a:tab pos="177800" algn="l"/>
                  </a:tabLst>
                  <a:defRPr/>
                </a:pPr>
                <a:r>
                  <a:rPr lang="fr-FR" spc="-5" dirty="0">
                    <a:solidFill>
                      <a:srgbClr val="333333"/>
                    </a:solidFill>
                    <a:latin typeface="Arial"/>
                    <a:cs typeface="Arial"/>
                  </a:rPr>
                  <a:t>                                                   = 3 000 000 </a:t>
                </a:r>
                <a:r>
                  <a:rPr lang="fr-FR" spc="-5" dirty="0">
                    <a:solidFill>
                      <a:srgbClr val="FF0000"/>
                    </a:solidFill>
                    <a:latin typeface="Arial"/>
                    <a:cs typeface="Arial"/>
                  </a:rPr>
                  <a:t>bits/s</a:t>
                </a:r>
              </a:p>
              <a:p>
                <a:pPr marL="177800" algn="just">
                  <a:spcBef>
                    <a:spcPts val="600"/>
                  </a:spcBef>
                  <a:buClr>
                    <a:srgbClr val="008080"/>
                  </a:buClr>
                  <a:tabLst>
                    <a:tab pos="177800" algn="l"/>
                  </a:tabLst>
                  <a:defRPr/>
                </a:pPr>
                <a:endParaRPr lang="fr-FR" spc="-5" dirty="0">
                  <a:solidFill>
                    <a:srgbClr val="FF0000"/>
                  </a:solidFill>
                  <a:latin typeface="Arial"/>
                  <a:cs typeface="Arial"/>
                </a:endParaRPr>
              </a:p>
              <a:p>
                <a:pPr marL="177800" algn="just">
                  <a:spcBef>
                    <a:spcPts val="600"/>
                  </a:spcBef>
                  <a:buClr>
                    <a:srgbClr val="008080"/>
                  </a:buClr>
                  <a:tabLst>
                    <a:tab pos="177800" algn="l"/>
                  </a:tabLst>
                  <a:defRPr/>
                </a:pPr>
                <a14:m>
                  <m:oMathPara xmlns:m="http://schemas.openxmlformats.org/officeDocument/2006/math">
                    <m:oMathParaPr>
                      <m:jc m:val="centerGroup"/>
                    </m:oMathParaPr>
                    <m:oMath xmlns:m="http://schemas.openxmlformats.org/officeDocument/2006/math">
                      <m:r>
                        <m:rPr>
                          <m:sty m:val="p"/>
                        </m:rPr>
                        <a:rPr lang="fr-FR" sz="2400" b="0" i="0" spc="-5" smtClean="0">
                          <a:solidFill>
                            <a:srgbClr val="333333"/>
                          </a:solidFill>
                          <a:latin typeface="Cambria Math"/>
                          <a:cs typeface="Arial"/>
                        </a:rPr>
                        <m:t>T</m:t>
                      </m:r>
                      <m:r>
                        <a:rPr lang="fr-FR" sz="2400" spc="-5">
                          <a:solidFill>
                            <a:srgbClr val="333333"/>
                          </a:solidFill>
                          <a:latin typeface="Cambria Math"/>
                          <a:cs typeface="Arial"/>
                        </a:rPr>
                        <m:t>=</m:t>
                      </m:r>
                      <m:f>
                        <m:fPr>
                          <m:ctrlPr>
                            <a:rPr lang="fr-FR" sz="2400" i="1" spc="-5">
                              <a:solidFill>
                                <a:srgbClr val="333333"/>
                              </a:solidFill>
                              <a:latin typeface="Cambria Math" panose="02040503050406030204" pitchFamily="18" charset="0"/>
                              <a:cs typeface="Arial"/>
                            </a:rPr>
                          </m:ctrlPr>
                        </m:fPr>
                        <m:num>
                          <m:r>
                            <a:rPr lang="fr-FR" sz="2400" spc="-5">
                              <a:solidFill>
                                <a:srgbClr val="333333"/>
                              </a:solidFill>
                              <a:latin typeface="Cambria Math"/>
                              <a:cs typeface="Arial"/>
                            </a:rPr>
                            <m:t>8 589 934 592 </m:t>
                          </m:r>
                          <m:r>
                            <a:rPr lang="fr-FR" sz="2400" spc="-5" smtClean="0">
                              <a:solidFill>
                                <a:srgbClr val="FF0000"/>
                              </a:solidFill>
                              <a:latin typeface="Cambria Math"/>
                              <a:cs typeface="Arial"/>
                            </a:rPr>
                            <m:t>𝑏𝑖𝑡𝑠</m:t>
                          </m:r>
                          <m:r>
                            <a:rPr lang="fr-FR" sz="2400" spc="-5">
                              <a:solidFill>
                                <a:srgbClr val="333333"/>
                              </a:solidFill>
                              <a:latin typeface="Cambria Math"/>
                              <a:cs typeface="Arial"/>
                            </a:rPr>
                            <m:t>  </m:t>
                          </m:r>
                        </m:num>
                        <m:den>
                          <m:r>
                            <a:rPr lang="fr-FR" sz="2400" spc="-5">
                              <a:solidFill>
                                <a:srgbClr val="333333"/>
                              </a:solidFill>
                              <a:latin typeface="Cambria Math"/>
                              <a:cs typeface="Arial"/>
                            </a:rPr>
                            <m:t>3 000 000 </m:t>
                          </m:r>
                          <m:r>
                            <a:rPr lang="fr-FR" sz="2400" spc="-5" smtClean="0">
                              <a:solidFill>
                                <a:srgbClr val="FF0000"/>
                              </a:solidFill>
                              <a:latin typeface="Cambria Math"/>
                              <a:cs typeface="Arial"/>
                            </a:rPr>
                            <m:t>𝑏𝑖𝑡𝑠</m:t>
                          </m:r>
                          <m:r>
                            <a:rPr lang="fr-FR" sz="2400" spc="-5" smtClean="0">
                              <a:solidFill>
                                <a:srgbClr val="FF0000"/>
                              </a:solidFill>
                              <a:latin typeface="Cambria Math"/>
                              <a:cs typeface="Arial"/>
                            </a:rPr>
                            <m:t>/</m:t>
                          </m:r>
                          <m:r>
                            <a:rPr lang="fr-FR" sz="2400" spc="-5" smtClean="0">
                              <a:solidFill>
                                <a:srgbClr val="FF0000"/>
                              </a:solidFill>
                              <a:latin typeface="Cambria Math"/>
                              <a:cs typeface="Arial"/>
                            </a:rPr>
                            <m:t>𝑠</m:t>
                          </m:r>
                        </m:den>
                      </m:f>
                      <m:r>
                        <a:rPr lang="fr-FR" sz="2400" spc="-5">
                          <a:solidFill>
                            <a:srgbClr val="333333"/>
                          </a:solidFill>
                          <a:latin typeface="Cambria Math"/>
                          <a:cs typeface="Arial"/>
                        </a:rPr>
                        <m:t>=2 863 </m:t>
                      </m:r>
                      <m:r>
                        <a:rPr lang="fr-FR" sz="2400" spc="-5" smtClean="0">
                          <a:solidFill>
                            <a:srgbClr val="FF0000"/>
                          </a:solidFill>
                          <a:latin typeface="Cambria Math"/>
                          <a:cs typeface="Arial"/>
                        </a:rPr>
                        <m:t>𝑠</m:t>
                      </m:r>
                      <m:r>
                        <a:rPr lang="fr-FR" sz="2400" spc="-5">
                          <a:solidFill>
                            <a:srgbClr val="333333"/>
                          </a:solidFill>
                          <a:latin typeface="Cambria Math"/>
                          <a:cs typeface="Arial"/>
                        </a:rPr>
                        <m:t> = 47 </m:t>
                      </m:r>
                      <m:r>
                        <a:rPr lang="fr-FR" sz="2400" spc="-5" smtClean="0">
                          <a:solidFill>
                            <a:srgbClr val="FF0000"/>
                          </a:solidFill>
                          <a:latin typeface="Cambria Math"/>
                          <a:cs typeface="Arial"/>
                        </a:rPr>
                        <m:t>𝑚𝑖𝑛𝑠</m:t>
                      </m:r>
                      <m:r>
                        <a:rPr lang="fr-FR" sz="2400" b="0" i="0" spc="-5" smtClean="0">
                          <a:solidFill>
                            <a:srgbClr val="333333"/>
                          </a:solidFill>
                          <a:latin typeface="Cambria Math"/>
                          <a:cs typeface="Arial"/>
                        </a:rPr>
                        <m:t> </m:t>
                      </m:r>
                      <m:r>
                        <a:rPr lang="fr-FR" sz="2400" spc="-5">
                          <a:solidFill>
                            <a:srgbClr val="333333"/>
                          </a:solidFill>
                          <a:latin typeface="Cambria Math"/>
                          <a:cs typeface="Arial"/>
                        </a:rPr>
                        <m:t>43 </m:t>
                      </m:r>
                      <m:r>
                        <a:rPr lang="fr-FR" sz="2400" spc="-5" smtClean="0">
                          <a:solidFill>
                            <a:srgbClr val="FF0000"/>
                          </a:solidFill>
                          <a:latin typeface="Cambria Math"/>
                          <a:cs typeface="Arial"/>
                        </a:rPr>
                        <m:t>𝑠</m:t>
                      </m:r>
                    </m:oMath>
                  </m:oMathPara>
                </a14:m>
                <a:endParaRPr lang="fr-FR" sz="2400" spc="-5" dirty="0">
                  <a:solidFill>
                    <a:srgbClr val="FF0000"/>
                  </a:solidFill>
                  <a:latin typeface="Arial"/>
                  <a:cs typeface="Arial"/>
                </a:endParaRPr>
              </a:p>
            </p:txBody>
          </p:sp>
        </mc:Choice>
        <mc:Fallback xmlns="">
          <p:sp>
            <p:nvSpPr>
              <p:cNvPr id="7" name="Rectangle 6"/>
              <p:cNvSpPr>
                <a:spLocks noRot="1" noChangeAspect="1" noMove="1" noResize="1" noEditPoints="1" noAdjustHandles="1" noChangeArrowheads="1" noChangeShapeType="1" noTextEdit="1"/>
              </p:cNvSpPr>
              <p:nvPr/>
            </p:nvSpPr>
            <p:spPr>
              <a:xfrm>
                <a:off x="323410" y="1058878"/>
                <a:ext cx="8643937" cy="4676473"/>
              </a:xfrm>
              <a:prstGeom prst="rect">
                <a:avLst/>
              </a:prstGeom>
              <a:blipFill rotWithShape="1">
                <a:blip r:embed="rId4"/>
                <a:stretch>
                  <a:fillRect l="-423" t="-522"/>
                </a:stretch>
              </a:blipFill>
            </p:spPr>
            <p:txBody>
              <a:bodyPr/>
              <a:lstStyle/>
              <a:p>
                <a:r>
                  <a:rPr lang="fr-FR">
                    <a:noFill/>
                  </a:rPr>
                  <a:t> </a:t>
                </a:r>
              </a:p>
            </p:txBody>
          </p:sp>
        </mc:Fallback>
      </mc:AlternateContent>
      <p:sp>
        <p:nvSpPr>
          <p:cNvPr id="8" name="Virage 7"/>
          <p:cNvSpPr/>
          <p:nvPr/>
        </p:nvSpPr>
        <p:spPr bwMode="auto">
          <a:xfrm flipV="1">
            <a:off x="601984" y="350384"/>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480532616"/>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arn(inVertical)">
                                      <p:cBhvr>
                                        <p:cTn id="7" dur="500"/>
                                        <p:tgtEl>
                                          <p:spTgt spid="7">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barn(inVertical)">
                                      <p:cBhvr>
                                        <p:cTn id="10" dur="500"/>
                                        <p:tgtEl>
                                          <p:spTgt spid="7">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barn(inVertical)">
                                      <p:cBhvr>
                                        <p:cTn id="15" dur="500"/>
                                        <p:tgtEl>
                                          <p:spTgt spid="7">
                                            <p:txEl>
                                              <p:pRg st="7" end="7"/>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barn(inVertical)">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animEffect transition="in" filter="barn(inVertical)">
                                      <p:cBhvr>
                                        <p:cTn id="23"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9"/>
          <p:cNvSpPr txBox="1">
            <a:spLocks noChangeArrowheads="1"/>
          </p:cNvSpPr>
          <p:nvPr/>
        </p:nvSpPr>
        <p:spPr bwMode="auto">
          <a:xfrm>
            <a:off x="467430" y="44530"/>
            <a:ext cx="8172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eaLnBrk="0" hangingPunct="0">
              <a:defRPr sz="2000">
                <a:solidFill>
                  <a:schemeClr val="tx1"/>
                </a:solidFill>
                <a:latin typeface="Verdana" pitchFamily="34" charset="0"/>
                <a:cs typeface="Arial" pitchFamily="34" charset="0"/>
              </a:defRPr>
            </a:lvl1pPr>
            <a:lvl2pPr marL="742950" indent="-285750" eaLnBrk="0" hangingPunct="0">
              <a:defRPr sz="2000">
                <a:solidFill>
                  <a:schemeClr val="tx1"/>
                </a:solidFill>
                <a:latin typeface="Verdana" pitchFamily="34" charset="0"/>
                <a:cs typeface="Arial" pitchFamily="34" charset="0"/>
              </a:defRPr>
            </a:lvl2pPr>
            <a:lvl3pPr marL="1143000" indent="-228600" eaLnBrk="0" hangingPunct="0">
              <a:defRPr sz="2000">
                <a:solidFill>
                  <a:schemeClr val="tx1"/>
                </a:solidFill>
                <a:latin typeface="Verdana" pitchFamily="34" charset="0"/>
                <a:cs typeface="Arial" pitchFamily="34" charset="0"/>
              </a:defRPr>
            </a:lvl3pPr>
            <a:lvl4pPr marL="1600200" indent="-228600" eaLnBrk="0" hangingPunct="0">
              <a:defRPr sz="2000">
                <a:solidFill>
                  <a:schemeClr val="tx1"/>
                </a:solidFill>
                <a:latin typeface="Verdana" pitchFamily="34" charset="0"/>
                <a:cs typeface="Arial" pitchFamily="34" charset="0"/>
              </a:defRPr>
            </a:lvl4pPr>
            <a:lvl5pPr marL="2057400" indent="-228600" eaLnBrk="0" hangingPunct="0">
              <a:defRPr sz="2000">
                <a:solidFill>
                  <a:schemeClr val="tx1"/>
                </a:solidFill>
                <a:latin typeface="Verdana" pitchFamily="34" charset="0"/>
                <a:cs typeface="Arial" pitchFamily="34" charset="0"/>
              </a:defRPr>
            </a:lvl5pPr>
            <a:lvl6pPr marL="25146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6pPr>
            <a:lvl7pPr marL="29718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7pPr>
            <a:lvl8pPr marL="34290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8pPr>
            <a:lvl9pPr marL="3886200" indent="-228600" eaLnBrk="0" fontAlgn="base" hangingPunct="0">
              <a:spcBef>
                <a:spcPct val="50000"/>
              </a:spcBef>
              <a:spcAft>
                <a:spcPct val="0"/>
              </a:spcAft>
              <a:buClr>
                <a:srgbClr val="336666"/>
              </a:buClr>
              <a:buFont typeface="Wingdings" pitchFamily="2" charset="2"/>
              <a:defRPr sz="2000">
                <a:solidFill>
                  <a:schemeClr val="tx1"/>
                </a:solidFill>
                <a:latin typeface="Verdana" pitchFamily="34" charset="0"/>
                <a:cs typeface="Arial" pitchFamily="34" charset="0"/>
              </a:defRPr>
            </a:lvl9pPr>
          </a:lstStyle>
          <a:p>
            <a:pPr>
              <a:buClrTx/>
              <a:buFontTx/>
              <a:buNone/>
            </a:pPr>
            <a:r>
              <a:rPr lang="fr-FR" b="1" dirty="0">
                <a:solidFill>
                  <a:srgbClr val="000000"/>
                </a:solidFill>
                <a:latin typeface="Arial" pitchFamily="34" charset="0"/>
              </a:rPr>
              <a:t>Notions importantes</a:t>
            </a:r>
          </a:p>
        </p:txBody>
      </p:sp>
      <p:sp>
        <p:nvSpPr>
          <p:cNvPr id="64515" name="Rectangle 10"/>
          <p:cNvSpPr>
            <a:spLocks noChangeArrowheads="1"/>
          </p:cNvSpPr>
          <p:nvPr/>
        </p:nvSpPr>
        <p:spPr bwMode="auto">
          <a:xfrm>
            <a:off x="899490" y="456213"/>
            <a:ext cx="7729537" cy="452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pPr>
              <a:spcBef>
                <a:spcPct val="0"/>
              </a:spcBef>
              <a:buClrTx/>
              <a:buFontTx/>
              <a:buNone/>
            </a:pPr>
            <a:r>
              <a:rPr lang="fr-FR" sz="2400" b="1" dirty="0">
                <a:solidFill>
                  <a:srgbClr val="000000"/>
                </a:solidFill>
                <a:latin typeface="Arial" pitchFamily="34" charset="0"/>
              </a:rPr>
              <a:t>Temps de téléchargement</a:t>
            </a:r>
          </a:p>
        </p:txBody>
      </p:sp>
      <mc:AlternateContent xmlns:mc="http://schemas.openxmlformats.org/markup-compatibility/2006" xmlns:a14="http://schemas.microsoft.com/office/drawing/2010/main">
        <mc:Choice Requires="a14">
          <p:sp>
            <p:nvSpPr>
              <p:cNvPr id="7" name="Rectangle 6"/>
              <p:cNvSpPr/>
              <p:nvPr/>
            </p:nvSpPr>
            <p:spPr>
              <a:xfrm>
                <a:off x="323410" y="1058878"/>
                <a:ext cx="8643937" cy="4626203"/>
              </a:xfrm>
              <a:prstGeom prst="rect">
                <a:avLst/>
              </a:prstGeom>
            </p:spPr>
            <p:txBody>
              <a:bodyPr wrap="square">
                <a:spAutoFit/>
              </a:bodyPr>
              <a:lstStyle/>
              <a:p>
                <a:pPr marL="177800" indent="-165100" algn="just">
                  <a:spcBef>
                    <a:spcPts val="600"/>
                  </a:spcBef>
                  <a:buClr>
                    <a:srgbClr val="008080"/>
                  </a:buClr>
                  <a:buFont typeface="Wingdings" pitchFamily="2" charset="2"/>
                  <a:buChar char="§"/>
                  <a:tabLst>
                    <a:tab pos="177800" algn="l"/>
                  </a:tabLst>
                  <a:defRPr/>
                </a:pPr>
                <a:r>
                  <a:rPr lang="fr-FR" spc="-5" dirty="0">
                    <a:solidFill>
                      <a:srgbClr val="333333"/>
                    </a:solidFill>
                    <a:latin typeface="Arial"/>
                    <a:cs typeface="Arial"/>
                  </a:rPr>
                  <a:t> </a:t>
                </a:r>
                <a:r>
                  <a:rPr lang="fr-FR" b="1" spc="-5" dirty="0">
                    <a:solidFill>
                      <a:srgbClr val="0000CC"/>
                    </a:solidFill>
                    <a:latin typeface="Arial"/>
                    <a:cs typeface="Arial"/>
                  </a:rPr>
                  <a:t>Exemple 2</a:t>
                </a:r>
                <a:r>
                  <a:rPr lang="fr-FR" spc="-5" dirty="0">
                    <a:solidFill>
                      <a:srgbClr val="0000CC"/>
                    </a:solidFill>
                    <a:latin typeface="Arial"/>
                    <a:cs typeface="Arial"/>
                  </a:rPr>
                  <a:t>:</a:t>
                </a:r>
              </a:p>
              <a:p>
                <a:pPr marL="177800" algn="just">
                  <a:spcBef>
                    <a:spcPts val="600"/>
                  </a:spcBef>
                  <a:buClr>
                    <a:srgbClr val="008080"/>
                  </a:buClr>
                  <a:tabLst>
                    <a:tab pos="177800" algn="l"/>
                  </a:tabLst>
                  <a:defRPr/>
                </a:pPr>
                <a:r>
                  <a:rPr lang="fr-FR" spc="-5" dirty="0">
                    <a:solidFill>
                      <a:srgbClr val="333333"/>
                    </a:solidFill>
                    <a:latin typeface="Arial"/>
                    <a:cs typeface="Arial"/>
                  </a:rPr>
                  <a:t>Pour télécharger le fichier de </a:t>
                </a:r>
                <a:r>
                  <a:rPr lang="fr-FR" spc="-5" dirty="0">
                    <a:solidFill>
                      <a:srgbClr val="FF0000"/>
                    </a:solidFill>
                    <a:latin typeface="Arial"/>
                    <a:cs typeface="Arial"/>
                  </a:rPr>
                  <a:t>1Go</a:t>
                </a:r>
                <a:r>
                  <a:rPr lang="fr-FR" spc="-5" dirty="0">
                    <a:solidFill>
                      <a:srgbClr val="333333"/>
                    </a:solidFill>
                    <a:latin typeface="Arial"/>
                    <a:cs typeface="Arial"/>
                  </a:rPr>
                  <a:t>, nous ne disposons qu’un débit de</a:t>
                </a:r>
              </a:p>
              <a:p>
                <a:pPr marL="177800" algn="just">
                  <a:spcBef>
                    <a:spcPts val="600"/>
                  </a:spcBef>
                  <a:buClr>
                    <a:srgbClr val="008080"/>
                  </a:buClr>
                  <a:tabLst>
                    <a:tab pos="177800" algn="l"/>
                  </a:tabLst>
                  <a:defRPr/>
                </a:pPr>
                <a:r>
                  <a:rPr lang="fr-FR" spc="-5" dirty="0">
                    <a:solidFill>
                      <a:srgbClr val="FF0000"/>
                    </a:solidFill>
                    <a:latin typeface="Arial"/>
                    <a:cs typeface="Arial"/>
                  </a:rPr>
                  <a:t>512kbit/s</a:t>
                </a:r>
                <a:r>
                  <a:rPr lang="fr-FR" spc="-5" dirty="0">
                    <a:solidFill>
                      <a:srgbClr val="333333"/>
                    </a:solidFill>
                    <a:latin typeface="Arial"/>
                    <a:cs typeface="Arial"/>
                  </a:rPr>
                  <a:t> à cet instant. Combien de temps réel faut-il pour le télécharger?</a:t>
                </a:r>
              </a:p>
              <a:p>
                <a:pPr marL="177800" algn="just">
                  <a:spcBef>
                    <a:spcPts val="600"/>
                  </a:spcBef>
                  <a:buClr>
                    <a:srgbClr val="008080"/>
                  </a:buClr>
                  <a:tabLst>
                    <a:tab pos="177800" algn="l"/>
                  </a:tabLst>
                  <a:defRPr/>
                </a:pPr>
                <a:endParaRPr lang="fr-FR" spc="-5" dirty="0">
                  <a:solidFill>
                    <a:srgbClr val="333333"/>
                  </a:solidFill>
                  <a:latin typeface="Arial"/>
                  <a:cs typeface="Arial"/>
                </a:endParaRPr>
              </a:p>
              <a:p>
                <a:pPr marL="450850" indent="-273050" algn="just">
                  <a:spcBef>
                    <a:spcPts val="600"/>
                  </a:spcBef>
                  <a:buClr>
                    <a:srgbClr val="008080"/>
                  </a:buClr>
                  <a:buFont typeface="Arial" pitchFamily="34" charset="0"/>
                  <a:buChar char="•"/>
                  <a:tabLst>
                    <a:tab pos="177800" algn="l"/>
                  </a:tabLst>
                  <a:defRPr/>
                </a:pPr>
                <a:r>
                  <a:rPr lang="fr-FR" spc="-5" dirty="0">
                    <a:solidFill>
                      <a:srgbClr val="333333"/>
                    </a:solidFill>
                    <a:latin typeface="Arial"/>
                    <a:cs typeface="Arial"/>
                  </a:rPr>
                  <a:t>Taille de fichier en bit: 1</a:t>
                </a:r>
                <a:r>
                  <a:rPr lang="fr-FR" spc="-5" dirty="0">
                    <a:solidFill>
                      <a:srgbClr val="FF0000"/>
                    </a:solidFill>
                    <a:latin typeface="Arial"/>
                    <a:cs typeface="Arial"/>
                  </a:rPr>
                  <a:t>Go</a:t>
                </a:r>
                <a:r>
                  <a:rPr lang="fr-FR" spc="-5" dirty="0">
                    <a:solidFill>
                      <a:srgbClr val="333333"/>
                    </a:solidFill>
                    <a:latin typeface="Arial"/>
                    <a:cs typeface="Arial"/>
                  </a:rPr>
                  <a:t> = 1x 1024 x 1024 x 1024 x 8 </a:t>
                </a:r>
                <a:r>
                  <a:rPr lang="fr-FR" spc="-5" dirty="0">
                    <a:solidFill>
                      <a:srgbClr val="FF0000"/>
                    </a:solidFill>
                    <a:latin typeface="Arial"/>
                    <a:cs typeface="Arial"/>
                  </a:rPr>
                  <a:t>bits</a:t>
                </a:r>
              </a:p>
              <a:p>
                <a:pPr marL="177800" algn="just">
                  <a:spcBef>
                    <a:spcPts val="600"/>
                  </a:spcBef>
                  <a:buClr>
                    <a:srgbClr val="008080"/>
                  </a:buClr>
                  <a:tabLst>
                    <a:tab pos="177800" algn="l"/>
                  </a:tabLst>
                  <a:defRPr/>
                </a:pPr>
                <a:r>
                  <a:rPr lang="fr-FR" spc="-5" dirty="0">
                    <a:solidFill>
                      <a:srgbClr val="FF0000"/>
                    </a:solidFill>
                    <a:latin typeface="Arial"/>
                    <a:cs typeface="Arial"/>
                  </a:rPr>
                  <a:t>                                           </a:t>
                </a:r>
                <a:r>
                  <a:rPr lang="fr-FR" spc="-5" dirty="0">
                    <a:solidFill>
                      <a:srgbClr val="333333"/>
                    </a:solidFill>
                    <a:latin typeface="Arial"/>
                    <a:cs typeface="Arial"/>
                  </a:rPr>
                  <a:t> = 8 589 934 592 </a:t>
                </a:r>
                <a:r>
                  <a:rPr lang="fr-FR" spc="-5" dirty="0">
                    <a:solidFill>
                      <a:srgbClr val="FF0000"/>
                    </a:solidFill>
                    <a:latin typeface="Arial"/>
                    <a:cs typeface="Arial"/>
                  </a:rPr>
                  <a:t>bits</a:t>
                </a:r>
              </a:p>
              <a:p>
                <a:pPr marL="177800" algn="just">
                  <a:spcBef>
                    <a:spcPts val="600"/>
                  </a:spcBef>
                  <a:buClr>
                    <a:srgbClr val="008080"/>
                  </a:buClr>
                  <a:tabLst>
                    <a:tab pos="177800" algn="l"/>
                  </a:tabLst>
                  <a:defRPr/>
                </a:pPr>
                <a:endParaRPr lang="fr-FR" spc="-5" dirty="0">
                  <a:solidFill>
                    <a:srgbClr val="FF0000"/>
                  </a:solidFill>
                  <a:latin typeface="Arial"/>
                  <a:cs typeface="Arial"/>
                </a:endParaRPr>
              </a:p>
              <a:p>
                <a:pPr marL="450850" indent="-273050" algn="just">
                  <a:spcBef>
                    <a:spcPts val="600"/>
                  </a:spcBef>
                  <a:buClr>
                    <a:srgbClr val="008080"/>
                  </a:buClr>
                  <a:buFont typeface="Arial" pitchFamily="34" charset="0"/>
                  <a:buChar char="•"/>
                  <a:tabLst>
                    <a:tab pos="177800" algn="l"/>
                  </a:tabLst>
                  <a:defRPr/>
                </a:pPr>
                <a:r>
                  <a:rPr lang="fr-FR" spc="-5" dirty="0">
                    <a:solidFill>
                      <a:srgbClr val="333333"/>
                    </a:solidFill>
                    <a:latin typeface="Arial"/>
                    <a:cs typeface="Arial"/>
                  </a:rPr>
                  <a:t>Bande passante en bit: 512</a:t>
                </a:r>
                <a:r>
                  <a:rPr lang="fr-FR" spc="-5" dirty="0">
                    <a:solidFill>
                      <a:srgbClr val="FF0000"/>
                    </a:solidFill>
                    <a:latin typeface="Arial"/>
                    <a:cs typeface="Arial"/>
                  </a:rPr>
                  <a:t>Mbit/s </a:t>
                </a:r>
                <a:r>
                  <a:rPr lang="fr-FR" spc="-5" dirty="0">
                    <a:solidFill>
                      <a:srgbClr val="333333"/>
                    </a:solidFill>
                    <a:latin typeface="Arial"/>
                    <a:cs typeface="Arial"/>
                  </a:rPr>
                  <a:t>= 512 x 1000 </a:t>
                </a:r>
                <a:r>
                  <a:rPr lang="fr-FR" spc="-5" dirty="0">
                    <a:solidFill>
                      <a:srgbClr val="FF0000"/>
                    </a:solidFill>
                    <a:latin typeface="Arial"/>
                    <a:cs typeface="Arial"/>
                  </a:rPr>
                  <a:t>bits/s</a:t>
                </a:r>
              </a:p>
              <a:p>
                <a:pPr marL="177800" algn="just">
                  <a:spcBef>
                    <a:spcPts val="600"/>
                  </a:spcBef>
                  <a:buClr>
                    <a:srgbClr val="008080"/>
                  </a:buClr>
                  <a:tabLst>
                    <a:tab pos="177800" algn="l"/>
                  </a:tabLst>
                  <a:defRPr/>
                </a:pPr>
                <a:r>
                  <a:rPr lang="fr-FR" spc="-5" dirty="0">
                    <a:solidFill>
                      <a:srgbClr val="333333"/>
                    </a:solidFill>
                    <a:latin typeface="Arial"/>
                    <a:cs typeface="Arial"/>
                  </a:rPr>
                  <a:t>                                                   = 512 000 </a:t>
                </a:r>
                <a:r>
                  <a:rPr lang="fr-FR" spc="-5" dirty="0">
                    <a:solidFill>
                      <a:srgbClr val="FF0000"/>
                    </a:solidFill>
                    <a:latin typeface="Arial"/>
                    <a:cs typeface="Arial"/>
                  </a:rPr>
                  <a:t>bits/s</a:t>
                </a:r>
              </a:p>
              <a:p>
                <a:pPr marL="177800" algn="just">
                  <a:spcBef>
                    <a:spcPts val="600"/>
                  </a:spcBef>
                  <a:buClr>
                    <a:srgbClr val="008080"/>
                  </a:buClr>
                  <a:tabLst>
                    <a:tab pos="177800" algn="l"/>
                  </a:tabLst>
                  <a:defRPr/>
                </a:pPr>
                <a:endParaRPr lang="fr-FR" spc="-5" dirty="0">
                  <a:solidFill>
                    <a:srgbClr val="FF0000"/>
                  </a:solidFill>
                  <a:latin typeface="Arial"/>
                  <a:cs typeface="Arial"/>
                </a:endParaRPr>
              </a:p>
              <a:p>
                <a:pPr marL="177800" algn="just">
                  <a:spcBef>
                    <a:spcPts val="600"/>
                  </a:spcBef>
                  <a:buClr>
                    <a:srgbClr val="008080"/>
                  </a:buClr>
                  <a:tabLst>
                    <a:tab pos="177800" algn="l"/>
                  </a:tabLst>
                  <a:defRPr/>
                </a:pPr>
                <a14:m>
                  <m:oMathPara xmlns:m="http://schemas.openxmlformats.org/officeDocument/2006/math">
                    <m:oMathParaPr>
                      <m:jc m:val="centerGroup"/>
                    </m:oMathParaPr>
                    <m:oMath xmlns:m="http://schemas.openxmlformats.org/officeDocument/2006/math">
                      <m:r>
                        <m:rPr>
                          <m:sty m:val="p"/>
                        </m:rPr>
                        <a:rPr lang="fr-FR" sz="2400" b="0" i="0" spc="-5" smtClean="0">
                          <a:solidFill>
                            <a:srgbClr val="333333"/>
                          </a:solidFill>
                          <a:latin typeface="Cambria Math"/>
                          <a:cs typeface="Arial"/>
                        </a:rPr>
                        <m:t>T</m:t>
                      </m:r>
                      <m:r>
                        <a:rPr lang="fr-FR" sz="2400" spc="-5">
                          <a:solidFill>
                            <a:srgbClr val="333333"/>
                          </a:solidFill>
                          <a:latin typeface="Cambria Math"/>
                          <a:cs typeface="Arial"/>
                        </a:rPr>
                        <m:t>=</m:t>
                      </m:r>
                      <m:f>
                        <m:fPr>
                          <m:ctrlPr>
                            <a:rPr lang="fr-FR" sz="2400" i="1" spc="-5" smtClean="0">
                              <a:solidFill>
                                <a:srgbClr val="333333"/>
                              </a:solidFill>
                              <a:latin typeface="Cambria Math" panose="02040503050406030204" pitchFamily="18" charset="0"/>
                              <a:cs typeface="Arial"/>
                            </a:rPr>
                          </m:ctrlPr>
                        </m:fPr>
                        <m:num>
                          <m:r>
                            <a:rPr lang="fr-FR" sz="2400" spc="-5">
                              <a:solidFill>
                                <a:srgbClr val="333333"/>
                              </a:solidFill>
                              <a:latin typeface="Cambria Math"/>
                              <a:cs typeface="Arial"/>
                            </a:rPr>
                            <m:t>8 589 934 592 </m:t>
                          </m:r>
                          <m:r>
                            <a:rPr lang="fr-FR" sz="2400" spc="-5" smtClean="0">
                              <a:solidFill>
                                <a:srgbClr val="FF0000"/>
                              </a:solidFill>
                              <a:latin typeface="Cambria Math"/>
                              <a:cs typeface="Arial"/>
                            </a:rPr>
                            <m:t>𝑏𝑖𝑡𝑠</m:t>
                          </m:r>
                          <m:r>
                            <a:rPr lang="fr-FR" sz="2400" spc="-5">
                              <a:solidFill>
                                <a:srgbClr val="333333"/>
                              </a:solidFill>
                              <a:latin typeface="Cambria Math"/>
                              <a:cs typeface="Arial"/>
                            </a:rPr>
                            <m:t>  </m:t>
                          </m:r>
                        </m:num>
                        <m:den>
                          <m:r>
                            <a:rPr lang="fr-FR" sz="2400" spc="-5">
                              <a:solidFill>
                                <a:srgbClr val="333333"/>
                              </a:solidFill>
                              <a:latin typeface="Cambria Math"/>
                              <a:cs typeface="Arial"/>
                            </a:rPr>
                            <m:t> </m:t>
                          </m:r>
                          <m:r>
                            <a:rPr lang="fr-FR" sz="2400" b="0" i="0" spc="-5" smtClean="0">
                              <a:solidFill>
                                <a:srgbClr val="333333"/>
                              </a:solidFill>
                              <a:latin typeface="Cambria Math"/>
                              <a:cs typeface="Arial"/>
                            </a:rPr>
                            <m:t>512 </m:t>
                          </m:r>
                          <m:r>
                            <a:rPr lang="fr-FR" sz="2400" spc="-5">
                              <a:solidFill>
                                <a:srgbClr val="333333"/>
                              </a:solidFill>
                              <a:latin typeface="Cambria Math"/>
                              <a:cs typeface="Arial"/>
                            </a:rPr>
                            <m:t>000 </m:t>
                          </m:r>
                          <m:r>
                            <a:rPr lang="fr-FR" sz="2400" spc="-5" smtClean="0">
                              <a:solidFill>
                                <a:srgbClr val="FF0000"/>
                              </a:solidFill>
                              <a:latin typeface="Cambria Math"/>
                              <a:cs typeface="Arial"/>
                            </a:rPr>
                            <m:t>𝑏𝑖𝑡𝑠</m:t>
                          </m:r>
                          <m:r>
                            <a:rPr lang="fr-FR" sz="2400" spc="-5" smtClean="0">
                              <a:solidFill>
                                <a:srgbClr val="FF0000"/>
                              </a:solidFill>
                              <a:latin typeface="Cambria Math"/>
                              <a:cs typeface="Arial"/>
                            </a:rPr>
                            <m:t>/</m:t>
                          </m:r>
                          <m:r>
                            <a:rPr lang="fr-FR" sz="2400" spc="-5" smtClean="0">
                              <a:solidFill>
                                <a:srgbClr val="FF0000"/>
                              </a:solidFill>
                              <a:latin typeface="Cambria Math"/>
                              <a:cs typeface="Arial"/>
                            </a:rPr>
                            <m:t>𝑠</m:t>
                          </m:r>
                        </m:den>
                      </m:f>
                      <m:r>
                        <a:rPr lang="fr-FR" sz="2400" spc="-5">
                          <a:solidFill>
                            <a:srgbClr val="333333"/>
                          </a:solidFill>
                          <a:latin typeface="Cambria Math"/>
                          <a:cs typeface="Arial"/>
                        </a:rPr>
                        <m:t>=</m:t>
                      </m:r>
                      <m:r>
                        <a:rPr lang="fr-FR" sz="2400" i="1" spc="-5">
                          <a:solidFill>
                            <a:srgbClr val="333333"/>
                          </a:solidFill>
                          <a:latin typeface="Cambria Math"/>
                          <a:cs typeface="Arial"/>
                        </a:rPr>
                        <m:t>16777</m:t>
                      </m:r>
                      <m:r>
                        <a:rPr lang="fr-FR" sz="2400" b="0" i="0" spc="-5" smtClean="0">
                          <a:solidFill>
                            <a:srgbClr val="333333"/>
                          </a:solidFill>
                          <a:latin typeface="Cambria Math"/>
                          <a:cs typeface="Arial"/>
                        </a:rPr>
                        <m:t> </m:t>
                      </m:r>
                      <m:r>
                        <a:rPr lang="fr-FR" sz="2400" spc="-5" smtClean="0">
                          <a:solidFill>
                            <a:srgbClr val="FF0000"/>
                          </a:solidFill>
                          <a:latin typeface="Cambria Math"/>
                          <a:cs typeface="Arial"/>
                        </a:rPr>
                        <m:t>𝑠</m:t>
                      </m:r>
                      <m:r>
                        <a:rPr lang="fr-FR" sz="2400" spc="-5">
                          <a:solidFill>
                            <a:srgbClr val="333333"/>
                          </a:solidFill>
                          <a:latin typeface="Cambria Math"/>
                          <a:cs typeface="Arial"/>
                        </a:rPr>
                        <m:t> = 4</m:t>
                      </m:r>
                      <m:r>
                        <a:rPr lang="fr-FR" sz="2400" b="0" i="0" spc="-5" smtClean="0">
                          <a:solidFill>
                            <a:srgbClr val="333333"/>
                          </a:solidFill>
                          <a:latin typeface="Cambria Math"/>
                          <a:cs typeface="Arial"/>
                        </a:rPr>
                        <m:t> </m:t>
                      </m:r>
                      <m:r>
                        <m:rPr>
                          <m:sty m:val="p"/>
                        </m:rPr>
                        <a:rPr lang="fr-FR" sz="2400" b="0" i="0" spc="-5" smtClean="0">
                          <a:solidFill>
                            <a:srgbClr val="FF0000"/>
                          </a:solidFill>
                          <a:latin typeface="Cambria Math"/>
                          <a:cs typeface="Arial"/>
                        </a:rPr>
                        <m:t>h</m:t>
                      </m:r>
                      <m:r>
                        <a:rPr lang="fr-FR" sz="2400" b="0" i="0" spc="-5" smtClean="0">
                          <a:solidFill>
                            <a:srgbClr val="333333"/>
                          </a:solidFill>
                          <a:latin typeface="Cambria Math"/>
                          <a:cs typeface="Arial"/>
                        </a:rPr>
                        <m:t>  39</m:t>
                      </m:r>
                      <m:r>
                        <a:rPr lang="fr-FR" sz="2400" spc="-5">
                          <a:solidFill>
                            <a:srgbClr val="333333"/>
                          </a:solidFill>
                          <a:latin typeface="Cambria Math"/>
                          <a:cs typeface="Arial"/>
                        </a:rPr>
                        <m:t> </m:t>
                      </m:r>
                      <m:r>
                        <a:rPr lang="fr-FR" sz="2400" spc="-5" smtClean="0">
                          <a:solidFill>
                            <a:srgbClr val="FF0000"/>
                          </a:solidFill>
                          <a:latin typeface="Cambria Math"/>
                          <a:cs typeface="Arial"/>
                        </a:rPr>
                        <m:t>𝑚𝑖𝑛𝑠</m:t>
                      </m:r>
                      <m:r>
                        <a:rPr lang="fr-FR" sz="2400" b="0" i="0" spc="-5" smtClean="0">
                          <a:solidFill>
                            <a:srgbClr val="333333"/>
                          </a:solidFill>
                          <a:latin typeface="Cambria Math"/>
                          <a:cs typeface="Arial"/>
                        </a:rPr>
                        <m:t> </m:t>
                      </m:r>
                      <m:r>
                        <a:rPr lang="fr-FR" sz="2400" spc="-5">
                          <a:solidFill>
                            <a:srgbClr val="333333"/>
                          </a:solidFill>
                          <a:latin typeface="Cambria Math"/>
                          <a:cs typeface="Arial"/>
                        </a:rPr>
                        <m:t>3</m:t>
                      </m:r>
                      <m:r>
                        <a:rPr lang="fr-FR" sz="2400" b="0" i="0" spc="-5" smtClean="0">
                          <a:solidFill>
                            <a:srgbClr val="333333"/>
                          </a:solidFill>
                          <a:latin typeface="Cambria Math"/>
                          <a:cs typeface="Arial"/>
                        </a:rPr>
                        <m:t>7</m:t>
                      </m:r>
                      <m:r>
                        <a:rPr lang="fr-FR" sz="2400" spc="-5">
                          <a:solidFill>
                            <a:srgbClr val="333333"/>
                          </a:solidFill>
                          <a:latin typeface="Cambria Math"/>
                          <a:cs typeface="Arial"/>
                        </a:rPr>
                        <m:t> </m:t>
                      </m:r>
                      <m:r>
                        <a:rPr lang="fr-FR" sz="2400" spc="-5" smtClean="0">
                          <a:solidFill>
                            <a:srgbClr val="FF0000"/>
                          </a:solidFill>
                          <a:latin typeface="Cambria Math"/>
                          <a:cs typeface="Arial"/>
                        </a:rPr>
                        <m:t>𝑠</m:t>
                      </m:r>
                    </m:oMath>
                  </m:oMathPara>
                </a14:m>
                <a:endParaRPr lang="fr-FR" sz="2400" spc="-5" dirty="0">
                  <a:solidFill>
                    <a:srgbClr val="FF0000"/>
                  </a:solidFill>
                  <a:latin typeface="Arial"/>
                  <a:cs typeface="Arial"/>
                </a:endParaRPr>
              </a:p>
            </p:txBody>
          </p:sp>
        </mc:Choice>
        <mc:Fallback xmlns="">
          <p:sp>
            <p:nvSpPr>
              <p:cNvPr id="7" name="Rectangle 6"/>
              <p:cNvSpPr>
                <a:spLocks noRot="1" noChangeAspect="1" noMove="1" noResize="1" noEditPoints="1" noAdjustHandles="1" noChangeArrowheads="1" noChangeShapeType="1" noTextEdit="1"/>
              </p:cNvSpPr>
              <p:nvPr/>
            </p:nvSpPr>
            <p:spPr>
              <a:xfrm>
                <a:off x="323410" y="1058878"/>
                <a:ext cx="8643937" cy="4626203"/>
              </a:xfrm>
              <a:prstGeom prst="rect">
                <a:avLst/>
              </a:prstGeom>
              <a:blipFill rotWithShape="1">
                <a:blip r:embed="rId4"/>
                <a:stretch>
                  <a:fillRect l="-423" t="-527"/>
                </a:stretch>
              </a:blipFill>
            </p:spPr>
            <p:txBody>
              <a:bodyPr/>
              <a:lstStyle/>
              <a:p>
                <a:r>
                  <a:rPr lang="fr-FR">
                    <a:noFill/>
                  </a:rPr>
                  <a:t> </a:t>
                </a:r>
              </a:p>
            </p:txBody>
          </p:sp>
        </mc:Fallback>
      </mc:AlternateContent>
      <p:sp>
        <p:nvSpPr>
          <p:cNvPr id="8" name="Virage 7"/>
          <p:cNvSpPr/>
          <p:nvPr/>
        </p:nvSpPr>
        <p:spPr bwMode="auto">
          <a:xfrm flipV="1">
            <a:off x="615692" y="361270"/>
            <a:ext cx="396000" cy="396000"/>
          </a:xfrm>
          <a:prstGeom prst="bentArrow">
            <a:avLst/>
          </a:prstGeom>
          <a:solidFill>
            <a:schemeClr val="accent6"/>
          </a:solidFill>
          <a:ln w="9525" cap="flat" cmpd="sng" algn="ctr">
            <a:solidFill>
              <a:srgbClr val="25433A"/>
            </a:solidFill>
            <a:prstDash val="solid"/>
            <a:round/>
            <a:headEnd type="none" w="med" len="med"/>
            <a:tailEnd type="none" w="med" len="med"/>
          </a:ln>
          <a:effectLst/>
        </p:spPr>
        <p:txBody>
          <a:bodyPr rot="0" spcFirstLastPara="0" vert="horz" wrap="square" lIns="90000" tIns="46800" rIns="90000" bIns="46800" numCol="1" spcCol="0" rtlCol="0" fromWordArt="0" anchor="ctr" anchorCtr="0" forceAA="0" compatLnSpc="1">
            <a:prstTxWarp prst="textNoShape">
              <a:avLst/>
            </a:prstTxWarp>
            <a:spAutoFit/>
          </a:bodyPr>
          <a:lstStyle>
            <a:defPPr>
              <a:defRPr lang="fr-FR"/>
            </a:defPPr>
            <a:lvl1pPr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1pPr>
            <a:lvl2pPr marL="4572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2pPr>
            <a:lvl3pPr marL="9144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3pPr>
            <a:lvl4pPr marL="13716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4pPr>
            <a:lvl5pPr marL="1828800" algn="l" rtl="0" fontAlgn="base">
              <a:spcBef>
                <a:spcPct val="50000"/>
              </a:spcBef>
              <a:spcAft>
                <a:spcPct val="0"/>
              </a:spcAft>
              <a:buClr>
                <a:srgbClr val="336666"/>
              </a:buClr>
              <a:buFont typeface="Wingdings" pitchFamily="2" charset="2"/>
              <a:defRPr sz="2000" kern="1200">
                <a:solidFill>
                  <a:schemeClr val="tx1"/>
                </a:solidFill>
                <a:latin typeface="Verdana" pitchFamily="34" charset="0"/>
                <a:ea typeface="+mn-ea"/>
                <a:cs typeface="Arial" pitchFamily="34" charset="0"/>
              </a:defRPr>
            </a:lvl5pPr>
            <a:lvl6pPr marL="2286000" algn="l" defTabSz="914400" rtl="0" eaLnBrk="1" latinLnBrk="0" hangingPunct="1">
              <a:defRPr sz="2000" kern="1200">
                <a:solidFill>
                  <a:schemeClr val="tx1"/>
                </a:solidFill>
                <a:latin typeface="Verdana" pitchFamily="34" charset="0"/>
                <a:ea typeface="+mn-ea"/>
                <a:cs typeface="Arial" pitchFamily="34" charset="0"/>
              </a:defRPr>
            </a:lvl6pPr>
            <a:lvl7pPr marL="2743200" algn="l" defTabSz="914400" rtl="0" eaLnBrk="1" latinLnBrk="0" hangingPunct="1">
              <a:defRPr sz="2000" kern="1200">
                <a:solidFill>
                  <a:schemeClr val="tx1"/>
                </a:solidFill>
                <a:latin typeface="Verdana" pitchFamily="34" charset="0"/>
                <a:ea typeface="+mn-ea"/>
                <a:cs typeface="Arial" pitchFamily="34" charset="0"/>
              </a:defRPr>
            </a:lvl7pPr>
            <a:lvl8pPr marL="3200400" algn="l" defTabSz="914400" rtl="0" eaLnBrk="1" latinLnBrk="0" hangingPunct="1">
              <a:defRPr sz="2000" kern="1200">
                <a:solidFill>
                  <a:schemeClr val="tx1"/>
                </a:solidFill>
                <a:latin typeface="Verdana" pitchFamily="34" charset="0"/>
                <a:ea typeface="+mn-ea"/>
                <a:cs typeface="Arial" pitchFamily="34" charset="0"/>
              </a:defRPr>
            </a:lvl8pPr>
            <a:lvl9pPr marL="3657600" algn="l" defTabSz="914400" rtl="0" eaLnBrk="1" latinLnBrk="0" hangingPunct="1">
              <a:defRPr sz="2000" kern="1200">
                <a:solidFill>
                  <a:schemeClr val="tx1"/>
                </a:solidFill>
                <a:latin typeface="Verdana" pitchFamily="34" charset="0"/>
                <a:ea typeface="+mn-ea"/>
                <a:cs typeface="Arial" pitchFamily="34" charset="0"/>
              </a:defRPr>
            </a:lvl9pPr>
          </a:lstStyle>
          <a:p>
            <a: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pPr>
            <a:endParaRPr kumimoji="0" lang="fr-FR" sz="2000" b="0" i="0" u="none" strike="noStrike" cap="none" normalizeH="0" baseline="0">
              <a:ln>
                <a:noFill/>
              </a:ln>
              <a:solidFill>
                <a:schemeClr val="tx1"/>
              </a:solidFill>
              <a:effectLst/>
              <a:latin typeface="Verdana" pitchFamily="34" charset="0"/>
              <a:cs typeface="Arial" charset="0"/>
            </a:endParaRPr>
          </a:p>
        </p:txBody>
      </p:sp>
    </p:spTree>
    <p:custDataLst>
      <p:tags r:id="rId1"/>
    </p:custDataLst>
    <p:extLst>
      <p:ext uri="{BB962C8B-B14F-4D97-AF65-F5344CB8AC3E}">
        <p14:creationId xmlns:p14="http://schemas.microsoft.com/office/powerpoint/2010/main" val="1614105029"/>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xEl>
                                              <p:pRg st="4" end="4"/>
                                            </p:txEl>
                                          </p:spTgt>
                                        </p:tgtEl>
                                        <p:attrNameLst>
                                          <p:attrName>style.visibility</p:attrName>
                                        </p:attrNameLst>
                                      </p:cBhvr>
                                      <p:to>
                                        <p:strVal val="visible"/>
                                      </p:to>
                                    </p:set>
                                    <p:animEffect transition="in" filter="barn(inVertical)">
                                      <p:cBhvr>
                                        <p:cTn id="7" dur="500"/>
                                        <p:tgtEl>
                                          <p:spTgt spid="7">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7">
                                            <p:txEl>
                                              <p:pRg st="5" end="5"/>
                                            </p:txEl>
                                          </p:spTgt>
                                        </p:tgtEl>
                                        <p:attrNameLst>
                                          <p:attrName>style.visibility</p:attrName>
                                        </p:attrNameLst>
                                      </p:cBhvr>
                                      <p:to>
                                        <p:strVal val="visible"/>
                                      </p:to>
                                    </p:set>
                                    <p:animEffect transition="in" filter="barn(inVertical)">
                                      <p:cBhvr>
                                        <p:cTn id="10" dur="500"/>
                                        <p:tgtEl>
                                          <p:spTgt spid="7">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7">
                                            <p:txEl>
                                              <p:pRg st="7" end="7"/>
                                            </p:txEl>
                                          </p:spTgt>
                                        </p:tgtEl>
                                        <p:attrNameLst>
                                          <p:attrName>style.visibility</p:attrName>
                                        </p:attrNameLst>
                                      </p:cBhvr>
                                      <p:to>
                                        <p:strVal val="visible"/>
                                      </p:to>
                                    </p:set>
                                    <p:animEffect transition="in" filter="barn(inVertical)">
                                      <p:cBhvr>
                                        <p:cTn id="15" dur="500"/>
                                        <p:tgtEl>
                                          <p:spTgt spid="7">
                                            <p:txEl>
                                              <p:pRg st="7" end="7"/>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7">
                                            <p:txEl>
                                              <p:pRg st="8" end="8"/>
                                            </p:txEl>
                                          </p:spTgt>
                                        </p:tgtEl>
                                        <p:attrNameLst>
                                          <p:attrName>style.visibility</p:attrName>
                                        </p:attrNameLst>
                                      </p:cBhvr>
                                      <p:to>
                                        <p:strVal val="visible"/>
                                      </p:to>
                                    </p:set>
                                    <p:animEffect transition="in" filter="barn(inVertical)">
                                      <p:cBhvr>
                                        <p:cTn id="18" dur="500"/>
                                        <p:tgtEl>
                                          <p:spTgt spid="7">
                                            <p:txEl>
                                              <p:pRg st="8" end="8"/>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6" presetClass="entr" presetSubtype="21" fill="hold" nodeType="clickEffect">
                                  <p:stCondLst>
                                    <p:cond delay="0"/>
                                  </p:stCondLst>
                                  <p:childTnLst>
                                    <p:set>
                                      <p:cBhvr>
                                        <p:cTn id="22" dur="1" fill="hold">
                                          <p:stCondLst>
                                            <p:cond delay="0"/>
                                          </p:stCondLst>
                                        </p:cTn>
                                        <p:tgtEl>
                                          <p:spTgt spid="7">
                                            <p:txEl>
                                              <p:pRg st="10" end="10"/>
                                            </p:txEl>
                                          </p:spTgt>
                                        </p:tgtEl>
                                        <p:attrNameLst>
                                          <p:attrName>style.visibility</p:attrName>
                                        </p:attrNameLst>
                                      </p:cBhvr>
                                      <p:to>
                                        <p:strVal val="visible"/>
                                      </p:to>
                                    </p:set>
                                    <p:animEffect transition="in" filter="barn(inVertical)">
                                      <p:cBhvr>
                                        <p:cTn id="23" dur="500"/>
                                        <p:tgtEl>
                                          <p:spTgt spid="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1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2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6.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7.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8.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39.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0.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1.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2.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3.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4.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5.xml><?xml version="1.0" encoding="utf-8"?>
<p:tagLst xmlns:a="http://schemas.openxmlformats.org/drawingml/2006/main" xmlns:r="http://schemas.openxmlformats.org/officeDocument/2006/relationships" xmlns:p="http://schemas.openxmlformats.org/presentationml/2006/main">
  <p:tag name="ARTICULATE_SLIDE_PAUSE" val="0"/>
</p:tagLst>
</file>

<file path=ppt/tags/tag46.xml><?xml version="1.0" encoding="utf-8"?>
<p:tagLst xmlns:a="http://schemas.openxmlformats.org/drawingml/2006/main" xmlns:r="http://schemas.openxmlformats.org/officeDocument/2006/relationships" xmlns:p="http://schemas.openxmlformats.org/presentationml/2006/main">
  <p:tag name="ARTICULATE_SLIDE_PAUSE" val="0"/>
</p:tagLst>
</file>

<file path=ppt/theme/theme1.xml><?xml version="1.0" encoding="utf-8"?>
<a:theme xmlns:a="http://schemas.openxmlformats.org/drawingml/2006/main" name="Rapid E-Learning Course Template">
  <a:themeElements>
    <a:clrScheme name="Rapid E-Learning Course Template 2">
      <a:dk1>
        <a:srgbClr val="4D4D4D"/>
      </a:dk1>
      <a:lt1>
        <a:srgbClr val="FFFFFF"/>
      </a:lt1>
      <a:dk2>
        <a:srgbClr val="FFFFC2"/>
      </a:dk2>
      <a:lt2>
        <a:srgbClr val="969696"/>
      </a:lt2>
      <a:accent1>
        <a:srgbClr val="D3D7DB"/>
      </a:accent1>
      <a:accent2>
        <a:srgbClr val="A5C3DB"/>
      </a:accent2>
      <a:accent3>
        <a:srgbClr val="FFFFFF"/>
      </a:accent3>
      <a:accent4>
        <a:srgbClr val="404040"/>
      </a:accent4>
      <a:accent5>
        <a:srgbClr val="E6E8EA"/>
      </a:accent5>
      <a:accent6>
        <a:srgbClr val="95B0C6"/>
      </a:accent6>
      <a:hlink>
        <a:srgbClr val="777777"/>
      </a:hlink>
      <a:folHlink>
        <a:srgbClr val="B2B2B2"/>
      </a:folHlink>
    </a:clrScheme>
    <a:fontScheme name="Rapid E-Learning Course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0000" tIns="46800" rIns="90000" bIns="46800" numCol="1" anchor="ctr"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defRPr kumimoji="0" lang="fr-FR" sz="2000" b="0" i="0" u="none" strike="noStrike" cap="none" normalizeH="0" baseline="0" smtClean="0">
            <a:ln>
              <a:noFill/>
            </a:ln>
            <a:solidFill>
              <a:schemeClr val="tx1"/>
            </a:solidFill>
            <a:effectLst/>
            <a:latin typeface="Verdana" pitchFamily="34" charset="0"/>
            <a:cs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0000" tIns="46800" rIns="90000" bIns="46800" numCol="1" anchor="ctr"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
            <a:srgbClr val="336666"/>
          </a:buClr>
          <a:buSzTx/>
          <a:buFont typeface="Wingdings" pitchFamily="2" charset="2"/>
          <a:buNone/>
          <a:tabLst/>
          <a:defRPr kumimoji="0" lang="fr-FR" sz="2000" b="0" i="0" u="none" strike="noStrike" cap="none" normalizeH="0" baseline="0" smtClean="0">
            <a:ln>
              <a:noFill/>
            </a:ln>
            <a:solidFill>
              <a:schemeClr val="tx1"/>
            </a:solidFill>
            <a:effectLst/>
            <a:latin typeface="Verdana" pitchFamily="34" charset="0"/>
            <a:cs typeface="Arial" charset="0"/>
          </a:defRPr>
        </a:defPPr>
      </a:lstStyle>
    </a:lnDef>
  </a:objectDefaults>
  <a:extraClrSchemeLst>
    <a:extraClrScheme>
      <a:clrScheme name="Rapid E-Learning Course Template 1">
        <a:dk1>
          <a:srgbClr val="336699"/>
        </a:dk1>
        <a:lt1>
          <a:srgbClr val="FFFFFF"/>
        </a:lt1>
        <a:dk2>
          <a:srgbClr val="FFFFC2"/>
        </a:dk2>
        <a:lt2>
          <a:srgbClr val="969696"/>
        </a:lt2>
        <a:accent1>
          <a:srgbClr val="C3F1BD"/>
        </a:accent1>
        <a:accent2>
          <a:srgbClr val="DAE6F0"/>
        </a:accent2>
        <a:accent3>
          <a:srgbClr val="FFFFFF"/>
        </a:accent3>
        <a:accent4>
          <a:srgbClr val="2A5682"/>
        </a:accent4>
        <a:accent5>
          <a:srgbClr val="DEF7DB"/>
        </a:accent5>
        <a:accent6>
          <a:srgbClr val="C5D0D9"/>
        </a:accent6>
        <a:hlink>
          <a:srgbClr val="D68484"/>
        </a:hlink>
        <a:folHlink>
          <a:srgbClr val="6698CC"/>
        </a:folHlink>
      </a:clrScheme>
      <a:clrMap bg1="lt1" tx1="dk1" bg2="lt2" tx2="dk2" accent1="accent1" accent2="accent2" accent3="accent3" accent4="accent4" accent5="accent5" accent6="accent6" hlink="hlink" folHlink="folHlink"/>
    </a:extraClrScheme>
    <a:extraClrScheme>
      <a:clrScheme name="Rapid E-Learning Course Template 2">
        <a:dk1>
          <a:srgbClr val="4D4D4D"/>
        </a:dk1>
        <a:lt1>
          <a:srgbClr val="FFFFFF"/>
        </a:lt1>
        <a:dk2>
          <a:srgbClr val="FFFFC2"/>
        </a:dk2>
        <a:lt2>
          <a:srgbClr val="969696"/>
        </a:lt2>
        <a:accent1>
          <a:srgbClr val="D3D7DB"/>
        </a:accent1>
        <a:accent2>
          <a:srgbClr val="A5C3DB"/>
        </a:accent2>
        <a:accent3>
          <a:srgbClr val="FFFFFF"/>
        </a:accent3>
        <a:accent4>
          <a:srgbClr val="404040"/>
        </a:accent4>
        <a:accent5>
          <a:srgbClr val="E6E8EA"/>
        </a:accent5>
        <a:accent6>
          <a:srgbClr val="95B0C6"/>
        </a:accent6>
        <a:hlink>
          <a:srgbClr val="777777"/>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onception personnalisé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3865</TotalTime>
  <Words>3925</Words>
  <Application>Microsoft Office PowerPoint</Application>
  <PresentationFormat>Affichage à l'écran (4:3)</PresentationFormat>
  <Paragraphs>659</Paragraphs>
  <Slides>46</Slides>
  <Notes>46</Notes>
  <HiddenSlides>0</HiddenSlides>
  <MMClips>0</MMClips>
  <ScaleCrop>false</ScaleCrop>
  <HeadingPairs>
    <vt:vector size="8" baseType="variant">
      <vt:variant>
        <vt:lpstr>Polices utilisées</vt:lpstr>
      </vt:variant>
      <vt:variant>
        <vt:i4>5</vt:i4>
      </vt:variant>
      <vt:variant>
        <vt:lpstr>Thème</vt:lpstr>
      </vt:variant>
      <vt:variant>
        <vt:i4>2</vt:i4>
      </vt:variant>
      <vt:variant>
        <vt:lpstr>Serveurs OLE incorporés</vt:lpstr>
      </vt:variant>
      <vt:variant>
        <vt:i4>1</vt:i4>
      </vt:variant>
      <vt:variant>
        <vt:lpstr>Titres des diapositives</vt:lpstr>
      </vt:variant>
      <vt:variant>
        <vt:i4>46</vt:i4>
      </vt:variant>
    </vt:vector>
  </HeadingPairs>
  <TitlesOfParts>
    <vt:vector size="54" baseType="lpstr">
      <vt:lpstr>Arial</vt:lpstr>
      <vt:lpstr>Calibri</vt:lpstr>
      <vt:lpstr>Cambria Math</vt:lpstr>
      <vt:lpstr>Verdana</vt:lpstr>
      <vt:lpstr>Wingdings</vt:lpstr>
      <vt:lpstr>Rapid E-Learning Course Template</vt:lpstr>
      <vt:lpstr>Conception personnalisée</vt:lpstr>
      <vt:lpstr>CorelDRAW</vt:lpstr>
      <vt:lpstr>Réseaux Informatiques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Modèle OSI et TCP/IP</dc:title>
  <dc:subject>CISCO CCNA1</dc:subject>
  <dc:creator>HP</dc:creator>
  <cp:lastModifiedBy>Admin</cp:lastModifiedBy>
  <cp:revision>409</cp:revision>
  <dcterms:created xsi:type="dcterms:W3CDTF">2004-09-23T08:45:48Z</dcterms:created>
  <dcterms:modified xsi:type="dcterms:W3CDTF">2025-02-10T20:25:57Z</dcterms:modified>
</cp:coreProperties>
</file>